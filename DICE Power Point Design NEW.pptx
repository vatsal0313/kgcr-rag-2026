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12"/>
  </p:notesMasterIdLst>
  <p:sldIdLst>
    <p:sldId id="279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8B8"/>
    <a:srgbClr val="0F0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ziska Schloots" userId="bf36fa50-b9d8-441c-9650-3d07e417ee97" providerId="ADAL" clId="{96E3A4CE-C2BE-448C-9C15-4987233EAF9B}"/>
    <pc:docChg chg="undo custSel addSld delSld modSld modMainMaster">
      <pc:chgData name="Franziska Schloots" userId="bf36fa50-b9d8-441c-9650-3d07e417ee97" providerId="ADAL" clId="{96E3A4CE-C2BE-448C-9C15-4987233EAF9B}" dt="2024-04-16T14:35:55.255" v="386" actId="47"/>
      <pc:docMkLst>
        <pc:docMk/>
      </pc:docMkLst>
      <pc:sldChg chg="modSp del">
        <pc:chgData name="Franziska Schloots" userId="bf36fa50-b9d8-441c-9650-3d07e417ee97" providerId="ADAL" clId="{96E3A4CE-C2BE-448C-9C15-4987233EAF9B}" dt="2024-04-16T14:25:24.051" v="239" actId="47"/>
        <pc:sldMkLst>
          <pc:docMk/>
          <pc:sldMk cId="2233664870" sldId="256"/>
        </pc:sldMkLst>
        <pc:spChg chg="mod">
          <ac:chgData name="Franziska Schloots" userId="bf36fa50-b9d8-441c-9650-3d07e417ee97" providerId="ADAL" clId="{96E3A4CE-C2BE-448C-9C15-4987233EAF9B}" dt="2024-04-16T14:21:12.161" v="183"/>
          <ac:spMkLst>
            <pc:docMk/>
            <pc:sldMk cId="2233664870" sldId="256"/>
            <ac:spMk id="2" creationId="{EF3B4808-F895-4969-BB16-B15BB0D5A7A5}"/>
          </ac:spMkLst>
        </pc:spChg>
        <pc:spChg chg="mod">
          <ac:chgData name="Franziska Schloots" userId="bf36fa50-b9d8-441c-9650-3d07e417ee97" providerId="ADAL" clId="{96E3A4CE-C2BE-448C-9C15-4987233EAF9B}" dt="2024-04-16T14:21:13.601" v="185"/>
          <ac:spMkLst>
            <pc:docMk/>
            <pc:sldMk cId="2233664870" sldId="256"/>
            <ac:spMk id="4" creationId="{B23ABFDF-3BBE-48BC-9707-60795AD6B086}"/>
          </ac:spMkLst>
        </pc:spChg>
      </pc:sldChg>
      <pc:sldChg chg="delSp del mod">
        <pc:chgData name="Franziska Schloots" userId="bf36fa50-b9d8-441c-9650-3d07e417ee97" providerId="ADAL" clId="{96E3A4CE-C2BE-448C-9C15-4987233EAF9B}" dt="2024-04-16T14:17:58.406" v="157" actId="47"/>
        <pc:sldMkLst>
          <pc:docMk/>
          <pc:sldMk cId="669487022" sldId="259"/>
        </pc:sldMkLst>
        <pc:picChg chg="del">
          <ac:chgData name="Franziska Schloots" userId="bf36fa50-b9d8-441c-9650-3d07e417ee97" providerId="ADAL" clId="{96E3A4CE-C2BE-448C-9C15-4987233EAF9B}" dt="2024-04-16T14:17:15.853" v="107" actId="478"/>
          <ac:picMkLst>
            <pc:docMk/>
            <pc:sldMk cId="669487022" sldId="259"/>
            <ac:picMk id="4" creationId="{56D91BA0-8976-37B4-15DE-1EC5AEA61C1B}"/>
          </ac:picMkLst>
        </pc:picChg>
      </pc:sldChg>
      <pc:sldChg chg="modSp del">
        <pc:chgData name="Franziska Schloots" userId="bf36fa50-b9d8-441c-9650-3d07e417ee97" providerId="ADAL" clId="{96E3A4CE-C2BE-448C-9C15-4987233EAF9B}" dt="2024-04-16T14:25:55.426" v="251" actId="47"/>
        <pc:sldMkLst>
          <pc:docMk/>
          <pc:sldMk cId="2944774703" sldId="262"/>
        </pc:sldMkLst>
        <pc:spChg chg="mod">
          <ac:chgData name="Franziska Schloots" userId="bf36fa50-b9d8-441c-9650-3d07e417ee97" providerId="ADAL" clId="{96E3A4CE-C2BE-448C-9C15-4987233EAF9B}" dt="2024-04-16T14:21:12.161" v="183"/>
          <ac:spMkLst>
            <pc:docMk/>
            <pc:sldMk cId="2944774703" sldId="262"/>
            <ac:spMk id="2" creationId="{34315B3A-7544-418A-8AAC-01DE3891D443}"/>
          </ac:spMkLst>
        </pc:spChg>
        <pc:spChg chg="mod">
          <ac:chgData name="Franziska Schloots" userId="bf36fa50-b9d8-441c-9650-3d07e417ee97" providerId="ADAL" clId="{96E3A4CE-C2BE-448C-9C15-4987233EAF9B}" dt="2024-04-16T14:21:13.601" v="185"/>
          <ac:spMkLst>
            <pc:docMk/>
            <pc:sldMk cId="2944774703" sldId="262"/>
            <ac:spMk id="4" creationId="{C2E36F3D-C53C-41F9-9BE5-81D6E2C13E5D}"/>
          </ac:spMkLst>
        </pc:spChg>
      </pc:sldChg>
      <pc:sldChg chg="del">
        <pc:chgData name="Franziska Schloots" userId="bf36fa50-b9d8-441c-9650-3d07e417ee97" providerId="ADAL" clId="{96E3A4CE-C2BE-448C-9C15-4987233EAF9B}" dt="2024-04-16T14:25:48.466" v="249" actId="47"/>
        <pc:sldMkLst>
          <pc:docMk/>
          <pc:sldMk cId="1810900893" sldId="268"/>
        </pc:sldMkLst>
      </pc:sldChg>
      <pc:sldChg chg="del">
        <pc:chgData name="Franziska Schloots" userId="bf36fa50-b9d8-441c-9650-3d07e417ee97" providerId="ADAL" clId="{96E3A4CE-C2BE-448C-9C15-4987233EAF9B}" dt="2024-04-16T14:35:55.255" v="386" actId="47"/>
        <pc:sldMkLst>
          <pc:docMk/>
          <pc:sldMk cId="2772411841" sldId="273"/>
        </pc:sldMkLst>
      </pc:sldChg>
      <pc:sldChg chg="modSp del">
        <pc:chgData name="Franziska Schloots" userId="bf36fa50-b9d8-441c-9650-3d07e417ee97" providerId="ADAL" clId="{96E3A4CE-C2BE-448C-9C15-4987233EAF9B}" dt="2024-04-16T14:26:15.490" v="262" actId="47"/>
        <pc:sldMkLst>
          <pc:docMk/>
          <pc:sldMk cId="3562850392" sldId="274"/>
        </pc:sldMkLst>
        <pc:spChg chg="mod">
          <ac:chgData name="Franziska Schloots" userId="bf36fa50-b9d8-441c-9650-3d07e417ee97" providerId="ADAL" clId="{96E3A4CE-C2BE-448C-9C15-4987233EAF9B}" dt="2024-04-16T14:21:12.161" v="183"/>
          <ac:spMkLst>
            <pc:docMk/>
            <pc:sldMk cId="3562850392" sldId="274"/>
            <ac:spMk id="2" creationId="{F70C7474-2C48-198B-8EC3-437EE31E922E}"/>
          </ac:spMkLst>
        </pc:spChg>
        <pc:spChg chg="mod">
          <ac:chgData name="Franziska Schloots" userId="bf36fa50-b9d8-441c-9650-3d07e417ee97" providerId="ADAL" clId="{96E3A4CE-C2BE-448C-9C15-4987233EAF9B}" dt="2024-04-16T14:21:13.601" v="185"/>
          <ac:spMkLst>
            <pc:docMk/>
            <pc:sldMk cId="3562850392" sldId="274"/>
            <ac:spMk id="4" creationId="{D5008EAF-A6A8-608B-6735-6216B45B2949}"/>
          </ac:spMkLst>
        </pc:spChg>
      </pc:sldChg>
      <pc:sldChg chg="modSp del mod">
        <pc:chgData name="Franziska Schloots" userId="bf36fa50-b9d8-441c-9650-3d07e417ee97" providerId="ADAL" clId="{96E3A4CE-C2BE-448C-9C15-4987233EAF9B}" dt="2024-04-16T14:26:55.752" v="274" actId="47"/>
        <pc:sldMkLst>
          <pc:docMk/>
          <pc:sldMk cId="661209247" sldId="275"/>
        </pc:sldMkLst>
        <pc:spChg chg="mod">
          <ac:chgData name="Franziska Schloots" userId="bf36fa50-b9d8-441c-9650-3d07e417ee97" providerId="ADAL" clId="{96E3A4CE-C2BE-448C-9C15-4987233EAF9B}" dt="2024-04-16T14:14:40.482" v="82" actId="27636"/>
          <ac:spMkLst>
            <pc:docMk/>
            <pc:sldMk cId="661209247" sldId="275"/>
            <ac:spMk id="3" creationId="{03738521-5DD1-DEAE-D2C7-1BC130695E75}"/>
          </ac:spMkLst>
        </pc:spChg>
      </pc:sldChg>
      <pc:sldChg chg="del">
        <pc:chgData name="Franziska Schloots" userId="bf36fa50-b9d8-441c-9650-3d07e417ee97" providerId="ADAL" clId="{96E3A4CE-C2BE-448C-9C15-4987233EAF9B}" dt="2024-04-16T14:31:42.406" v="313" actId="47"/>
        <pc:sldMkLst>
          <pc:docMk/>
          <pc:sldMk cId="2384134628" sldId="276"/>
        </pc:sldMkLst>
      </pc:sldChg>
      <pc:sldChg chg="del">
        <pc:chgData name="Franziska Schloots" userId="bf36fa50-b9d8-441c-9650-3d07e417ee97" providerId="ADAL" clId="{96E3A4CE-C2BE-448C-9C15-4987233EAF9B}" dt="2024-04-16T14:35:19.858" v="374" actId="47"/>
        <pc:sldMkLst>
          <pc:docMk/>
          <pc:sldMk cId="3855409836" sldId="277"/>
        </pc:sldMkLst>
      </pc:sldChg>
      <pc:sldChg chg="del">
        <pc:chgData name="Franziska Schloots" userId="bf36fa50-b9d8-441c-9650-3d07e417ee97" providerId="ADAL" clId="{96E3A4CE-C2BE-448C-9C15-4987233EAF9B}" dt="2024-04-16T14:25:49.036" v="250" actId="47"/>
        <pc:sldMkLst>
          <pc:docMk/>
          <pc:sldMk cId="431955901" sldId="278"/>
        </pc:sldMkLst>
      </pc:sldChg>
      <pc:sldChg chg="modSp new mod">
        <pc:chgData name="Franziska Schloots" userId="bf36fa50-b9d8-441c-9650-3d07e417ee97" providerId="ADAL" clId="{96E3A4CE-C2BE-448C-9C15-4987233EAF9B}" dt="2024-04-16T14:17:55.933" v="156" actId="20577"/>
        <pc:sldMkLst>
          <pc:docMk/>
          <pc:sldMk cId="1310033421" sldId="279"/>
        </pc:sldMkLst>
        <pc:spChg chg="mod">
          <ac:chgData name="Franziska Schloots" userId="bf36fa50-b9d8-441c-9650-3d07e417ee97" providerId="ADAL" clId="{96E3A4CE-C2BE-448C-9C15-4987233EAF9B}" dt="2024-04-16T14:17:32.796" v="132" actId="20577"/>
          <ac:spMkLst>
            <pc:docMk/>
            <pc:sldMk cId="1310033421" sldId="279"/>
            <ac:spMk id="2" creationId="{CC5B920B-8E33-4D5E-B297-A8DD1B0CD176}"/>
          </ac:spMkLst>
        </pc:spChg>
        <pc:spChg chg="mod">
          <ac:chgData name="Franziska Schloots" userId="bf36fa50-b9d8-441c-9650-3d07e417ee97" providerId="ADAL" clId="{96E3A4CE-C2BE-448C-9C15-4987233EAF9B}" dt="2024-04-16T14:17:55.933" v="156" actId="20577"/>
          <ac:spMkLst>
            <pc:docMk/>
            <pc:sldMk cId="1310033421" sldId="279"/>
            <ac:spMk id="3" creationId="{7ADE72A3-B850-448E-9E05-77F651A84089}"/>
          </ac:spMkLst>
        </pc:spChg>
      </pc:sldChg>
      <pc:sldChg chg="new del">
        <pc:chgData name="Franziska Schloots" userId="bf36fa50-b9d8-441c-9650-3d07e417ee97" providerId="ADAL" clId="{96E3A4CE-C2BE-448C-9C15-4987233EAF9B}" dt="2024-04-16T14:22:04.006" v="200" actId="47"/>
        <pc:sldMkLst>
          <pc:docMk/>
          <pc:sldMk cId="213864506" sldId="280"/>
        </pc:sldMkLst>
      </pc:sldChg>
      <pc:sldChg chg="modSp new del mod">
        <pc:chgData name="Franziska Schloots" userId="bf36fa50-b9d8-441c-9650-3d07e417ee97" providerId="ADAL" clId="{96E3A4CE-C2BE-448C-9C15-4987233EAF9B}" dt="2024-04-16T14:20:25.136" v="181" actId="47"/>
        <pc:sldMkLst>
          <pc:docMk/>
          <pc:sldMk cId="629072804" sldId="280"/>
        </pc:sldMkLst>
        <pc:spChg chg="mod">
          <ac:chgData name="Franziska Schloots" userId="bf36fa50-b9d8-441c-9650-3d07e417ee97" providerId="ADAL" clId="{96E3A4CE-C2BE-448C-9C15-4987233EAF9B}" dt="2024-04-16T14:18:11.296" v="177" actId="20577"/>
          <ac:spMkLst>
            <pc:docMk/>
            <pc:sldMk cId="629072804" sldId="280"/>
            <ac:spMk id="2" creationId="{BA026733-D52A-4641-A28A-CCBB354288E4}"/>
          </ac:spMkLst>
        </pc:spChg>
      </pc:sldChg>
      <pc:sldChg chg="new del">
        <pc:chgData name="Franziska Schloots" userId="bf36fa50-b9d8-441c-9650-3d07e417ee97" providerId="ADAL" clId="{96E3A4CE-C2BE-448C-9C15-4987233EAF9B}" dt="2024-04-16T14:25:28.872" v="240" actId="47"/>
        <pc:sldMkLst>
          <pc:docMk/>
          <pc:sldMk cId="727239209" sldId="280"/>
        </pc:sldMkLst>
      </pc:sldChg>
      <pc:sldChg chg="modSp new del mod">
        <pc:chgData name="Franziska Schloots" userId="bf36fa50-b9d8-441c-9650-3d07e417ee97" providerId="ADAL" clId="{96E3A4CE-C2BE-448C-9C15-4987233EAF9B}" dt="2024-04-16T14:21:56.178" v="198" actId="47"/>
        <pc:sldMkLst>
          <pc:docMk/>
          <pc:sldMk cId="968835793" sldId="280"/>
        </pc:sldMkLst>
        <pc:spChg chg="mod">
          <ac:chgData name="Franziska Schloots" userId="bf36fa50-b9d8-441c-9650-3d07e417ee97" providerId="ADAL" clId="{96E3A4CE-C2BE-448C-9C15-4987233EAF9B}" dt="2024-04-16T14:21:53.581" v="197" actId="20577"/>
          <ac:spMkLst>
            <pc:docMk/>
            <pc:sldMk cId="968835793" sldId="280"/>
            <ac:spMk id="2" creationId="{43B19ABA-AB50-4239-A760-BDE52FC9D192}"/>
          </ac:spMkLst>
        </pc:spChg>
      </pc:sldChg>
      <pc:sldChg chg="modSp new del mod">
        <pc:chgData name="Franziska Schloots" userId="bf36fa50-b9d8-441c-9650-3d07e417ee97" providerId="ADAL" clId="{96E3A4CE-C2BE-448C-9C15-4987233EAF9B}" dt="2024-04-16T14:21:46.972" v="195" actId="680"/>
        <pc:sldMkLst>
          <pc:docMk/>
          <pc:sldMk cId="3667830000" sldId="280"/>
        </pc:sldMkLst>
        <pc:spChg chg="mod">
          <ac:chgData name="Franziska Schloots" userId="bf36fa50-b9d8-441c-9650-3d07e417ee97" providerId="ADAL" clId="{96E3A4CE-C2BE-448C-9C15-4987233EAF9B}" dt="2024-04-16T14:21:45.158" v="194" actId="20577"/>
          <ac:spMkLst>
            <pc:docMk/>
            <pc:sldMk cId="3667830000" sldId="280"/>
            <ac:spMk id="3" creationId="{46B21BEB-9746-49D3-A646-77DDC3198B82}"/>
          </ac:spMkLst>
        </pc:spChg>
      </pc:sldChg>
      <pc:sldChg chg="new del">
        <pc:chgData name="Franziska Schloots" userId="bf36fa50-b9d8-441c-9650-3d07e417ee97" providerId="ADAL" clId="{96E3A4CE-C2BE-448C-9C15-4987233EAF9B}" dt="2024-04-16T14:20:26.866" v="182" actId="47"/>
        <pc:sldMkLst>
          <pc:docMk/>
          <pc:sldMk cId="984684354" sldId="281"/>
        </pc:sldMkLst>
      </pc:sldChg>
      <pc:sldChg chg="modSp new mod">
        <pc:chgData name="Franziska Schloots" userId="bf36fa50-b9d8-441c-9650-3d07e417ee97" providerId="ADAL" clId="{96E3A4CE-C2BE-448C-9C15-4987233EAF9B}" dt="2024-04-16T14:25:21.022" v="238"/>
        <pc:sldMkLst>
          <pc:docMk/>
          <pc:sldMk cId="2167583861" sldId="281"/>
        </pc:sldMkLst>
        <pc:spChg chg="mod">
          <ac:chgData name="Franziska Schloots" userId="bf36fa50-b9d8-441c-9650-3d07e417ee97" providerId="ADAL" clId="{96E3A4CE-C2BE-448C-9C15-4987233EAF9B}" dt="2024-04-16T14:25:11.886" v="235" actId="20577"/>
          <ac:spMkLst>
            <pc:docMk/>
            <pc:sldMk cId="2167583861" sldId="281"/>
            <ac:spMk id="2" creationId="{518A6C81-AA4E-4CB4-8163-B0CD2AAB1986}"/>
          </ac:spMkLst>
        </pc:spChg>
        <pc:spChg chg="mod">
          <ac:chgData name="Franziska Schloots" userId="bf36fa50-b9d8-441c-9650-3d07e417ee97" providerId="ADAL" clId="{96E3A4CE-C2BE-448C-9C15-4987233EAF9B}" dt="2024-04-16T14:25:21.022" v="238"/>
          <ac:spMkLst>
            <pc:docMk/>
            <pc:sldMk cId="2167583861" sldId="281"/>
            <ac:spMk id="5" creationId="{45D014C8-03A2-4915-A5C5-85CB244DD6FC}"/>
          </ac:spMkLst>
        </pc:spChg>
      </pc:sldChg>
      <pc:sldChg chg="modSp new mod">
        <pc:chgData name="Franziska Schloots" userId="bf36fa50-b9d8-441c-9650-3d07e417ee97" providerId="ADAL" clId="{96E3A4CE-C2BE-448C-9C15-4987233EAF9B}" dt="2024-04-16T14:25:38.815" v="248" actId="20577"/>
        <pc:sldMkLst>
          <pc:docMk/>
          <pc:sldMk cId="2405595732" sldId="282"/>
        </pc:sldMkLst>
        <pc:spChg chg="mod">
          <ac:chgData name="Franziska Schloots" userId="bf36fa50-b9d8-441c-9650-3d07e417ee97" providerId="ADAL" clId="{96E3A4CE-C2BE-448C-9C15-4987233EAF9B}" dt="2024-04-16T14:25:36.590" v="242" actId="20577"/>
          <ac:spMkLst>
            <pc:docMk/>
            <pc:sldMk cId="2405595732" sldId="282"/>
            <ac:spMk id="2" creationId="{B154E13E-2D29-486E-87A0-0691D1164AE9}"/>
          </ac:spMkLst>
        </pc:spChg>
        <pc:spChg chg="mod">
          <ac:chgData name="Franziska Schloots" userId="bf36fa50-b9d8-441c-9650-3d07e417ee97" providerId="ADAL" clId="{96E3A4CE-C2BE-448C-9C15-4987233EAF9B}" dt="2024-04-16T14:25:38.815" v="248" actId="20577"/>
          <ac:spMkLst>
            <pc:docMk/>
            <pc:sldMk cId="2405595732" sldId="282"/>
            <ac:spMk id="3" creationId="{130473A8-0D21-4FFB-8E27-7409BB5E387E}"/>
          </ac:spMkLst>
        </pc:spChg>
      </pc:sldChg>
      <pc:sldChg chg="new del">
        <pc:chgData name="Franziska Schloots" userId="bf36fa50-b9d8-441c-9650-3d07e417ee97" providerId="ADAL" clId="{96E3A4CE-C2BE-448C-9C15-4987233EAF9B}" dt="2024-04-16T14:20:24.466" v="180" actId="47"/>
        <pc:sldMkLst>
          <pc:docMk/>
          <pc:sldMk cId="3697970540" sldId="282"/>
        </pc:sldMkLst>
      </pc:sldChg>
      <pc:sldChg chg="modSp new mod">
        <pc:chgData name="Franziska Schloots" userId="bf36fa50-b9d8-441c-9650-3d07e417ee97" providerId="ADAL" clId="{96E3A4CE-C2BE-448C-9C15-4987233EAF9B}" dt="2024-04-16T14:26:11.980" v="261" actId="12"/>
        <pc:sldMkLst>
          <pc:docMk/>
          <pc:sldMk cId="3279865835" sldId="283"/>
        </pc:sldMkLst>
        <pc:spChg chg="mod">
          <ac:chgData name="Franziska Schloots" userId="bf36fa50-b9d8-441c-9650-3d07e417ee97" providerId="ADAL" clId="{96E3A4CE-C2BE-448C-9C15-4987233EAF9B}" dt="2024-04-16T14:26:06.814" v="259" actId="20577"/>
          <ac:spMkLst>
            <pc:docMk/>
            <pc:sldMk cId="3279865835" sldId="283"/>
            <ac:spMk id="2" creationId="{E20F9DCC-66C8-451E-A57D-26ECA849328D}"/>
          </ac:spMkLst>
        </pc:spChg>
        <pc:spChg chg="mod">
          <ac:chgData name="Franziska Schloots" userId="bf36fa50-b9d8-441c-9650-3d07e417ee97" providerId="ADAL" clId="{96E3A4CE-C2BE-448C-9C15-4987233EAF9B}" dt="2024-04-16T14:26:11.980" v="261" actId="12"/>
          <ac:spMkLst>
            <pc:docMk/>
            <pc:sldMk cId="3279865835" sldId="283"/>
            <ac:spMk id="5" creationId="{6447E74C-A701-4E42-A478-C32757F2F8FA}"/>
          </ac:spMkLst>
        </pc:spChg>
      </pc:sldChg>
      <pc:sldChg chg="addSp delSp modSp new mod">
        <pc:chgData name="Franziska Schloots" userId="bf36fa50-b9d8-441c-9650-3d07e417ee97" providerId="ADAL" clId="{96E3A4CE-C2BE-448C-9C15-4987233EAF9B}" dt="2024-04-16T14:26:51.932" v="273" actId="12"/>
        <pc:sldMkLst>
          <pc:docMk/>
          <pc:sldMk cId="460436684" sldId="284"/>
        </pc:sldMkLst>
        <pc:spChg chg="mod">
          <ac:chgData name="Franziska Schloots" userId="bf36fa50-b9d8-441c-9650-3d07e417ee97" providerId="ADAL" clId="{96E3A4CE-C2BE-448C-9C15-4987233EAF9B}" dt="2024-04-16T14:26:31.517" v="268" actId="20577"/>
          <ac:spMkLst>
            <pc:docMk/>
            <pc:sldMk cId="460436684" sldId="284"/>
            <ac:spMk id="2" creationId="{AFF0BE1F-ED2D-41BC-9D5C-78F2561A0FAA}"/>
          </ac:spMkLst>
        </pc:spChg>
        <pc:spChg chg="mod">
          <ac:chgData name="Franziska Schloots" userId="bf36fa50-b9d8-441c-9650-3d07e417ee97" providerId="ADAL" clId="{96E3A4CE-C2BE-448C-9C15-4987233EAF9B}" dt="2024-04-16T14:26:51.932" v="273" actId="12"/>
          <ac:spMkLst>
            <pc:docMk/>
            <pc:sldMk cId="460436684" sldId="284"/>
            <ac:spMk id="3" creationId="{4237556B-7EB4-4CF3-8F60-1D60DFB58702}"/>
          </ac:spMkLst>
        </pc:spChg>
        <pc:spChg chg="del">
          <ac:chgData name="Franziska Schloots" userId="bf36fa50-b9d8-441c-9650-3d07e417ee97" providerId="ADAL" clId="{96E3A4CE-C2BE-448C-9C15-4987233EAF9B}" dt="2024-04-16T14:26:39.652" v="269"/>
          <ac:spMkLst>
            <pc:docMk/>
            <pc:sldMk cId="460436684" sldId="284"/>
            <ac:spMk id="4" creationId="{7D7E915C-5B86-490B-A624-FA6F43B78FCB}"/>
          </ac:spMkLst>
        </pc:spChg>
        <pc:picChg chg="add mod">
          <ac:chgData name="Franziska Schloots" userId="bf36fa50-b9d8-441c-9650-3d07e417ee97" providerId="ADAL" clId="{96E3A4CE-C2BE-448C-9C15-4987233EAF9B}" dt="2024-04-16T14:26:39.652" v="269"/>
          <ac:picMkLst>
            <pc:docMk/>
            <pc:sldMk cId="460436684" sldId="284"/>
            <ac:picMk id="7" creationId="{CCC561A6-C810-4A03-91FF-39D83F64FA94}"/>
          </ac:picMkLst>
        </pc:picChg>
      </pc:sldChg>
      <pc:sldChg chg="new del">
        <pc:chgData name="Franziska Schloots" userId="bf36fa50-b9d8-441c-9650-3d07e417ee97" providerId="ADAL" clId="{96E3A4CE-C2BE-448C-9C15-4987233EAF9B}" dt="2024-04-16T14:27:15.059" v="276" actId="680"/>
        <pc:sldMkLst>
          <pc:docMk/>
          <pc:sldMk cId="1056381052" sldId="285"/>
        </pc:sldMkLst>
      </pc:sldChg>
      <pc:sldChg chg="addSp delSp modSp new mod">
        <pc:chgData name="Franziska Schloots" userId="bf36fa50-b9d8-441c-9650-3d07e417ee97" providerId="ADAL" clId="{96E3A4CE-C2BE-448C-9C15-4987233EAF9B}" dt="2024-04-16T14:31:38.642" v="312" actId="207"/>
        <pc:sldMkLst>
          <pc:docMk/>
          <pc:sldMk cId="1333899272" sldId="285"/>
        </pc:sldMkLst>
        <pc:spChg chg="mod">
          <ac:chgData name="Franziska Schloots" userId="bf36fa50-b9d8-441c-9650-3d07e417ee97" providerId="ADAL" clId="{96E3A4CE-C2BE-448C-9C15-4987233EAF9B}" dt="2024-04-16T14:27:21.950" v="289" actId="20577"/>
          <ac:spMkLst>
            <pc:docMk/>
            <pc:sldMk cId="1333899272" sldId="285"/>
            <ac:spMk id="2" creationId="{29922B92-086F-47F2-AF6C-C07AF1E591A6}"/>
          </ac:spMkLst>
        </pc:spChg>
        <pc:picChg chg="add del mod">
          <ac:chgData name="Franziska Schloots" userId="bf36fa50-b9d8-441c-9650-3d07e417ee97" providerId="ADAL" clId="{96E3A4CE-C2BE-448C-9C15-4987233EAF9B}" dt="2024-04-16T14:27:47.309" v="293" actId="478"/>
          <ac:picMkLst>
            <pc:docMk/>
            <pc:sldMk cId="1333899272" sldId="285"/>
            <ac:picMk id="5" creationId="{F3507180-D662-4A16-9A70-739A9BD2AF29}"/>
          </ac:picMkLst>
        </pc:picChg>
        <pc:picChg chg="add del mod">
          <ac:chgData name="Franziska Schloots" userId="bf36fa50-b9d8-441c-9650-3d07e417ee97" providerId="ADAL" clId="{96E3A4CE-C2BE-448C-9C15-4987233EAF9B}" dt="2024-04-16T14:27:46.684" v="292" actId="478"/>
          <ac:picMkLst>
            <pc:docMk/>
            <pc:sldMk cId="1333899272" sldId="285"/>
            <ac:picMk id="6" creationId="{03026BA3-D0DB-431E-AE8D-EE50443BA2A5}"/>
          </ac:picMkLst>
        </pc:picChg>
        <pc:picChg chg="add mod">
          <ac:chgData name="Franziska Schloots" userId="bf36fa50-b9d8-441c-9650-3d07e417ee97" providerId="ADAL" clId="{96E3A4CE-C2BE-448C-9C15-4987233EAF9B}" dt="2024-04-16T14:27:44.749" v="291" actId="1076"/>
          <ac:picMkLst>
            <pc:docMk/>
            <pc:sldMk cId="1333899272" sldId="285"/>
            <ac:picMk id="7" creationId="{1F3985A1-8BB1-4419-B939-21D6720E223E}"/>
          </ac:picMkLst>
        </pc:picChg>
        <pc:picChg chg="add mod">
          <ac:chgData name="Franziska Schloots" userId="bf36fa50-b9d8-441c-9650-3d07e417ee97" providerId="ADAL" clId="{96E3A4CE-C2BE-448C-9C15-4987233EAF9B}" dt="2024-04-16T14:27:44.749" v="291" actId="1076"/>
          <ac:picMkLst>
            <pc:docMk/>
            <pc:sldMk cId="1333899272" sldId="285"/>
            <ac:picMk id="8" creationId="{64E5BC45-ED3F-45A1-A4DF-569B64DDD366}"/>
          </ac:picMkLst>
        </pc:picChg>
        <pc:picChg chg="add mod">
          <ac:chgData name="Franziska Schloots" userId="bf36fa50-b9d8-441c-9650-3d07e417ee97" providerId="ADAL" clId="{96E3A4CE-C2BE-448C-9C15-4987233EAF9B}" dt="2024-04-16T14:27:55.686" v="294" actId="1076"/>
          <ac:picMkLst>
            <pc:docMk/>
            <pc:sldMk cId="1333899272" sldId="285"/>
            <ac:picMk id="9" creationId="{FDC33190-F066-4745-A325-0DE8A836465E}"/>
          </ac:picMkLst>
        </pc:picChg>
        <pc:picChg chg="add mod">
          <ac:chgData name="Franziska Schloots" userId="bf36fa50-b9d8-441c-9650-3d07e417ee97" providerId="ADAL" clId="{96E3A4CE-C2BE-448C-9C15-4987233EAF9B}" dt="2024-04-16T14:27:55.686" v="294" actId="1076"/>
          <ac:picMkLst>
            <pc:docMk/>
            <pc:sldMk cId="1333899272" sldId="285"/>
            <ac:picMk id="10" creationId="{38F07039-83BE-4EC4-9F2E-20638EBF9044}"/>
          </ac:picMkLst>
        </pc:picChg>
        <pc:picChg chg="add mod">
          <ac:chgData name="Franziska Schloots" userId="bf36fa50-b9d8-441c-9650-3d07e417ee97" providerId="ADAL" clId="{96E3A4CE-C2BE-448C-9C15-4987233EAF9B}" dt="2024-04-16T14:27:35.224" v="290"/>
          <ac:picMkLst>
            <pc:docMk/>
            <pc:sldMk cId="1333899272" sldId="285"/>
            <ac:picMk id="11" creationId="{78C6C759-26AC-4EB8-BE7D-A3358A6333FD}"/>
          </ac:picMkLst>
        </pc:picChg>
        <pc:picChg chg="add mod">
          <ac:chgData name="Franziska Schloots" userId="bf36fa50-b9d8-441c-9650-3d07e417ee97" providerId="ADAL" clId="{96E3A4CE-C2BE-448C-9C15-4987233EAF9B}" dt="2024-04-16T14:27:35.224" v="290"/>
          <ac:picMkLst>
            <pc:docMk/>
            <pc:sldMk cId="1333899272" sldId="285"/>
            <ac:picMk id="12" creationId="{48E1C945-B04A-4E18-8802-D29DA2069862}"/>
          </ac:picMkLst>
        </pc:picChg>
        <pc:picChg chg="add mod">
          <ac:chgData name="Franziska Schloots" userId="bf36fa50-b9d8-441c-9650-3d07e417ee97" providerId="ADAL" clId="{96E3A4CE-C2BE-448C-9C15-4987233EAF9B}" dt="2024-04-16T14:27:55.686" v="294" actId="1076"/>
          <ac:picMkLst>
            <pc:docMk/>
            <pc:sldMk cId="1333899272" sldId="285"/>
            <ac:picMk id="13" creationId="{5C060755-FAB0-4D25-BD1A-342B3D52D355}"/>
          </ac:picMkLst>
        </pc:picChg>
        <pc:picChg chg="add mod">
          <ac:chgData name="Franziska Schloots" userId="bf36fa50-b9d8-441c-9650-3d07e417ee97" providerId="ADAL" clId="{96E3A4CE-C2BE-448C-9C15-4987233EAF9B}" dt="2024-04-16T14:27:35.224" v="290"/>
          <ac:picMkLst>
            <pc:docMk/>
            <pc:sldMk cId="1333899272" sldId="285"/>
            <ac:picMk id="14" creationId="{6D97E5E2-C97D-461B-BEF5-E3AA04B5D4BD}"/>
          </ac:picMkLst>
        </pc:picChg>
        <pc:picChg chg="add mod">
          <ac:chgData name="Franziska Schloots" userId="bf36fa50-b9d8-441c-9650-3d07e417ee97" providerId="ADAL" clId="{96E3A4CE-C2BE-448C-9C15-4987233EAF9B}" dt="2024-04-16T14:27:35.224" v="290"/>
          <ac:picMkLst>
            <pc:docMk/>
            <pc:sldMk cId="1333899272" sldId="285"/>
            <ac:picMk id="15" creationId="{CB4426D1-7B60-4F87-9F48-AE93C72A491B}"/>
          </ac:picMkLst>
        </pc:picChg>
        <pc:picChg chg="add mod">
          <ac:chgData name="Franziska Schloots" userId="bf36fa50-b9d8-441c-9650-3d07e417ee97" providerId="ADAL" clId="{96E3A4CE-C2BE-448C-9C15-4987233EAF9B}" dt="2024-04-16T14:27:35.224" v="290"/>
          <ac:picMkLst>
            <pc:docMk/>
            <pc:sldMk cId="1333899272" sldId="285"/>
            <ac:picMk id="16" creationId="{2025EB58-29BC-41A0-AF61-84C3E28C770B}"/>
          </ac:picMkLst>
        </pc:picChg>
        <pc:picChg chg="add mod">
          <ac:chgData name="Franziska Schloots" userId="bf36fa50-b9d8-441c-9650-3d07e417ee97" providerId="ADAL" clId="{96E3A4CE-C2BE-448C-9C15-4987233EAF9B}" dt="2024-04-16T14:27:55.686" v="294" actId="1076"/>
          <ac:picMkLst>
            <pc:docMk/>
            <pc:sldMk cId="1333899272" sldId="285"/>
            <ac:picMk id="17" creationId="{733CFC2D-14E4-4F64-8081-DF44F70C029F}"/>
          </ac:picMkLst>
        </pc:picChg>
        <pc:picChg chg="add mod">
          <ac:chgData name="Franziska Schloots" userId="bf36fa50-b9d8-441c-9650-3d07e417ee97" providerId="ADAL" clId="{96E3A4CE-C2BE-448C-9C15-4987233EAF9B}" dt="2024-04-16T14:27:44.749" v="291" actId="1076"/>
          <ac:picMkLst>
            <pc:docMk/>
            <pc:sldMk cId="1333899272" sldId="285"/>
            <ac:picMk id="18" creationId="{46F76E9C-18E5-4700-976D-644D398F1821}"/>
          </ac:picMkLst>
        </pc:picChg>
        <pc:picChg chg="add mod">
          <ac:chgData name="Franziska Schloots" userId="bf36fa50-b9d8-441c-9650-3d07e417ee97" providerId="ADAL" clId="{96E3A4CE-C2BE-448C-9C15-4987233EAF9B}" dt="2024-04-16T14:27:44.749" v="291" actId="1076"/>
          <ac:picMkLst>
            <pc:docMk/>
            <pc:sldMk cId="1333899272" sldId="285"/>
            <ac:picMk id="19" creationId="{7A1EA8D2-4AB7-441F-B067-5887F58150E4}"/>
          </ac:picMkLst>
        </pc:picChg>
        <pc:picChg chg="add mod">
          <ac:chgData name="Franziska Schloots" userId="bf36fa50-b9d8-441c-9650-3d07e417ee97" providerId="ADAL" clId="{96E3A4CE-C2BE-448C-9C15-4987233EAF9B}" dt="2024-04-16T14:30:16.979" v="304" actId="1076"/>
          <ac:picMkLst>
            <pc:docMk/>
            <pc:sldMk cId="1333899272" sldId="285"/>
            <ac:picMk id="21" creationId="{7CE0BEEB-0075-4044-953F-060380AF80FD}"/>
          </ac:picMkLst>
        </pc:picChg>
        <pc:picChg chg="add mod">
          <ac:chgData name="Franziska Schloots" userId="bf36fa50-b9d8-441c-9650-3d07e417ee97" providerId="ADAL" clId="{96E3A4CE-C2BE-448C-9C15-4987233EAF9B}" dt="2024-04-16T14:30:14.026" v="303" actId="1076"/>
          <ac:picMkLst>
            <pc:docMk/>
            <pc:sldMk cId="1333899272" sldId="285"/>
            <ac:picMk id="23" creationId="{5041C7DE-834D-4C74-9155-95E5958137A1}"/>
          </ac:picMkLst>
        </pc:picChg>
        <pc:picChg chg="add mod">
          <ac:chgData name="Franziska Schloots" userId="bf36fa50-b9d8-441c-9650-3d07e417ee97" providerId="ADAL" clId="{96E3A4CE-C2BE-448C-9C15-4987233EAF9B}" dt="2024-04-16T14:30:10.302" v="302" actId="1076"/>
          <ac:picMkLst>
            <pc:docMk/>
            <pc:sldMk cId="1333899272" sldId="285"/>
            <ac:picMk id="25" creationId="{8AB70BDD-33B6-4356-BDFE-680CDBEA8AC2}"/>
          </ac:picMkLst>
        </pc:picChg>
        <pc:picChg chg="add mod">
          <ac:chgData name="Franziska Schloots" userId="bf36fa50-b9d8-441c-9650-3d07e417ee97" providerId="ADAL" clId="{96E3A4CE-C2BE-448C-9C15-4987233EAF9B}" dt="2024-04-16T14:30:05.126" v="301" actId="1076"/>
          <ac:picMkLst>
            <pc:docMk/>
            <pc:sldMk cId="1333899272" sldId="285"/>
            <ac:picMk id="27" creationId="{1B58AD41-7B88-4D1B-9061-94B58735BE1A}"/>
          </ac:picMkLst>
        </pc:picChg>
        <pc:picChg chg="add mod">
          <ac:chgData name="Franziska Schloots" userId="bf36fa50-b9d8-441c-9650-3d07e417ee97" providerId="ADAL" clId="{96E3A4CE-C2BE-448C-9C15-4987233EAF9B}" dt="2024-04-16T14:31:08.037" v="307" actId="1076"/>
          <ac:picMkLst>
            <pc:docMk/>
            <pc:sldMk cId="1333899272" sldId="285"/>
            <ac:picMk id="29" creationId="{F2FA0D44-F6DB-4394-9A3D-7B787923CB12}"/>
          </ac:picMkLst>
        </pc:picChg>
        <pc:picChg chg="add mod">
          <ac:chgData name="Franziska Schloots" userId="bf36fa50-b9d8-441c-9650-3d07e417ee97" providerId="ADAL" clId="{96E3A4CE-C2BE-448C-9C15-4987233EAF9B}" dt="2024-04-16T14:29:54.795" v="299" actId="1076"/>
          <ac:picMkLst>
            <pc:docMk/>
            <pc:sldMk cId="1333899272" sldId="285"/>
            <ac:picMk id="31" creationId="{62CA9998-271D-4744-BE86-57F91F3CF46E}"/>
          </ac:picMkLst>
        </pc:picChg>
        <pc:picChg chg="add mod">
          <ac:chgData name="Franziska Schloots" userId="bf36fa50-b9d8-441c-9650-3d07e417ee97" providerId="ADAL" clId="{96E3A4CE-C2BE-448C-9C15-4987233EAF9B}" dt="2024-04-16T14:31:05.125" v="306" actId="1076"/>
          <ac:picMkLst>
            <pc:docMk/>
            <pc:sldMk cId="1333899272" sldId="285"/>
            <ac:picMk id="33" creationId="{4990CDAB-DAF0-4961-ACEC-3E9DF1945797}"/>
          </ac:picMkLst>
        </pc:picChg>
        <pc:picChg chg="add mod">
          <ac:chgData name="Franziska Schloots" userId="bf36fa50-b9d8-441c-9650-3d07e417ee97" providerId="ADAL" clId="{96E3A4CE-C2BE-448C-9C15-4987233EAF9B}" dt="2024-04-16T14:31:30.917" v="311" actId="207"/>
          <ac:picMkLst>
            <pc:docMk/>
            <pc:sldMk cId="1333899272" sldId="285"/>
            <ac:picMk id="34" creationId="{A3F241EC-730B-441E-AADB-54CABB01C706}"/>
          </ac:picMkLst>
        </pc:picChg>
        <pc:picChg chg="add mod">
          <ac:chgData name="Franziska Schloots" userId="bf36fa50-b9d8-441c-9650-3d07e417ee97" providerId="ADAL" clId="{96E3A4CE-C2BE-448C-9C15-4987233EAF9B}" dt="2024-04-16T14:31:30.917" v="311" actId="207"/>
          <ac:picMkLst>
            <pc:docMk/>
            <pc:sldMk cId="1333899272" sldId="285"/>
            <ac:picMk id="35" creationId="{57D00BAC-B3E8-4C5F-ABCF-8008169340A3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36" creationId="{702B8963-25E4-43FA-A5F7-1F0F780AD307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37" creationId="{5FBC958E-8841-4896-BD71-FE932A5A7DBF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38" creationId="{0C615805-FA97-41D5-B3F3-65EDD6381B79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39" creationId="{8167DB69-3570-4C56-A583-D2F8D0E59A3E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0" creationId="{DA7A3283-209F-43E7-BD4C-98B9EFAA7A9E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1" creationId="{2D253758-C628-4ECC-9461-0E581A08D197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2" creationId="{4CE68750-6451-4644-9CDC-52585206A3F6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3" creationId="{7289EA54-BFF9-4121-83FF-EA8DEE1416F4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4" creationId="{61D57465-FAE5-470B-9CBF-757CECDB8E6F}"/>
          </ac:picMkLst>
        </pc:picChg>
        <pc:picChg chg="add mod">
          <ac:chgData name="Franziska Schloots" userId="bf36fa50-b9d8-441c-9650-3d07e417ee97" providerId="ADAL" clId="{96E3A4CE-C2BE-448C-9C15-4987233EAF9B}" dt="2024-04-16T14:31:30.917" v="311" actId="207"/>
          <ac:picMkLst>
            <pc:docMk/>
            <pc:sldMk cId="1333899272" sldId="285"/>
            <ac:picMk id="45" creationId="{A6E3FD61-F6DB-4148-A669-99522F781F64}"/>
          </ac:picMkLst>
        </pc:picChg>
        <pc:picChg chg="add mod">
          <ac:chgData name="Franziska Schloots" userId="bf36fa50-b9d8-441c-9650-3d07e417ee97" providerId="ADAL" clId="{96E3A4CE-C2BE-448C-9C15-4987233EAF9B}" dt="2024-04-16T14:31:27.026" v="310" actId="207"/>
          <ac:picMkLst>
            <pc:docMk/>
            <pc:sldMk cId="1333899272" sldId="285"/>
            <ac:picMk id="46" creationId="{83645D4A-A1B4-4D46-85FC-62E109324831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7" creationId="{C57EC369-7C34-4A65-9260-AB69C43D621A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8" creationId="{25C5E843-047B-4CA1-ACA6-8F351E36F62D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49" creationId="{888F5BDF-E980-428B-B37F-9DDC71BFF778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50" creationId="{D2DE0B9C-EDEC-4302-B118-95EEC8A0E5CA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51" creationId="{E5EFFC59-0F46-4397-98ED-EBD87C8E2758}"/>
          </ac:picMkLst>
        </pc:picChg>
        <pc:picChg chg="add mod">
          <ac:chgData name="Franziska Schloots" userId="bf36fa50-b9d8-441c-9650-3d07e417ee97" providerId="ADAL" clId="{96E3A4CE-C2BE-448C-9C15-4987233EAF9B}" dt="2024-04-16T14:31:30.917" v="311" actId="207"/>
          <ac:picMkLst>
            <pc:docMk/>
            <pc:sldMk cId="1333899272" sldId="285"/>
            <ac:picMk id="52" creationId="{96B3CBDB-9BEE-42EA-B4FE-C3292FAD87F3}"/>
          </ac:picMkLst>
        </pc:picChg>
        <pc:picChg chg="add mod">
          <ac:chgData name="Franziska Schloots" userId="bf36fa50-b9d8-441c-9650-3d07e417ee97" providerId="ADAL" clId="{96E3A4CE-C2BE-448C-9C15-4987233EAF9B}" dt="2024-04-16T14:31:38.642" v="312" actId="207"/>
          <ac:picMkLst>
            <pc:docMk/>
            <pc:sldMk cId="1333899272" sldId="285"/>
            <ac:picMk id="53" creationId="{86012E90-83D0-4D79-A7CA-EA1C695E0EB2}"/>
          </ac:picMkLst>
        </pc:picChg>
      </pc:sldChg>
      <pc:sldChg chg="addSp modSp new mod">
        <pc:chgData name="Franziska Schloots" userId="bf36fa50-b9d8-441c-9650-3d07e417ee97" providerId="ADAL" clId="{96E3A4CE-C2BE-448C-9C15-4987233EAF9B}" dt="2024-04-16T14:35:15.092" v="373" actId="14100"/>
        <pc:sldMkLst>
          <pc:docMk/>
          <pc:sldMk cId="1337071127" sldId="286"/>
        </pc:sldMkLst>
        <pc:spChg chg="mod">
          <ac:chgData name="Franziska Schloots" userId="bf36fa50-b9d8-441c-9650-3d07e417ee97" providerId="ADAL" clId="{96E3A4CE-C2BE-448C-9C15-4987233EAF9B}" dt="2024-04-16T14:32:01.306" v="330" actId="20577"/>
          <ac:spMkLst>
            <pc:docMk/>
            <pc:sldMk cId="1337071127" sldId="286"/>
            <ac:spMk id="2" creationId="{32D78CF9-F4CE-4707-BC07-6B7DAB90FD94}"/>
          </ac:spMkLst>
        </pc:spChg>
        <pc:spChg chg="add mod">
          <ac:chgData name="Franziska Schloots" userId="bf36fa50-b9d8-441c-9650-3d07e417ee97" providerId="ADAL" clId="{96E3A4CE-C2BE-448C-9C15-4987233EAF9B}" dt="2024-04-16T14:35:15.092" v="373" actId="14100"/>
          <ac:spMkLst>
            <pc:docMk/>
            <pc:sldMk cId="1337071127" sldId="286"/>
            <ac:spMk id="11" creationId="{69E9965E-1D3F-4C12-BE5D-58E7FF756EDD}"/>
          </ac:spMkLst>
        </pc:spChg>
        <pc:picChg chg="add mod">
          <ac:chgData name="Franziska Schloots" userId="bf36fa50-b9d8-441c-9650-3d07e417ee97" providerId="ADAL" clId="{96E3A4CE-C2BE-448C-9C15-4987233EAF9B}" dt="2024-04-16T14:34:52.896" v="365" actId="1076"/>
          <ac:picMkLst>
            <pc:docMk/>
            <pc:sldMk cId="1337071127" sldId="286"/>
            <ac:picMk id="6" creationId="{9029CAFA-22FE-4AFE-A2DE-52ED93AE31FC}"/>
          </ac:picMkLst>
        </pc:picChg>
        <pc:picChg chg="add mod">
          <ac:chgData name="Franziska Schloots" userId="bf36fa50-b9d8-441c-9650-3d07e417ee97" providerId="ADAL" clId="{96E3A4CE-C2BE-448C-9C15-4987233EAF9B}" dt="2024-04-16T14:34:55.196" v="366" actId="1076"/>
          <ac:picMkLst>
            <pc:docMk/>
            <pc:sldMk cId="1337071127" sldId="286"/>
            <ac:picMk id="8" creationId="{C9A71AD7-2E6D-494B-BBF6-0DA7FC25B48A}"/>
          </ac:picMkLst>
        </pc:picChg>
        <pc:picChg chg="add mod ord">
          <ac:chgData name="Franziska Schloots" userId="bf36fa50-b9d8-441c-9650-3d07e417ee97" providerId="ADAL" clId="{96E3A4CE-C2BE-448C-9C15-4987233EAF9B}" dt="2024-04-16T14:35:00.382" v="368" actId="1076"/>
          <ac:picMkLst>
            <pc:docMk/>
            <pc:sldMk cId="1337071127" sldId="286"/>
            <ac:picMk id="10" creationId="{B7A3F204-EB72-461A-8D78-8A1255D2D20B}"/>
          </ac:picMkLst>
        </pc:picChg>
        <pc:picChg chg="add mod">
          <ac:chgData name="Franziska Schloots" userId="bf36fa50-b9d8-441c-9650-3d07e417ee97" providerId="ADAL" clId="{96E3A4CE-C2BE-448C-9C15-4987233EAF9B}" dt="2024-04-16T14:35:07.010" v="370" actId="1076"/>
          <ac:picMkLst>
            <pc:docMk/>
            <pc:sldMk cId="1337071127" sldId="286"/>
            <ac:picMk id="13" creationId="{CF4591D6-AF57-422D-8955-0ED9209AE49F}"/>
          </ac:picMkLst>
        </pc:picChg>
        <pc:picChg chg="add mod">
          <ac:chgData name="Franziska Schloots" userId="bf36fa50-b9d8-441c-9650-3d07e417ee97" providerId="ADAL" clId="{96E3A4CE-C2BE-448C-9C15-4987233EAF9B}" dt="2024-04-16T14:35:09.722" v="371" actId="1076"/>
          <ac:picMkLst>
            <pc:docMk/>
            <pc:sldMk cId="1337071127" sldId="286"/>
            <ac:picMk id="15" creationId="{6200CB00-464A-4352-8732-B06AE638E672}"/>
          </ac:picMkLst>
        </pc:picChg>
        <pc:picChg chg="add mod">
          <ac:chgData name="Franziska Schloots" userId="bf36fa50-b9d8-441c-9650-3d07e417ee97" providerId="ADAL" clId="{96E3A4CE-C2BE-448C-9C15-4987233EAF9B}" dt="2024-04-16T14:35:03.916" v="369" actId="1076"/>
          <ac:picMkLst>
            <pc:docMk/>
            <pc:sldMk cId="1337071127" sldId="286"/>
            <ac:picMk id="17" creationId="{5DCAA91F-C860-4606-A91B-74D686008375}"/>
          </ac:picMkLst>
        </pc:picChg>
      </pc:sldChg>
      <pc:sldChg chg="modSp new mod">
        <pc:chgData name="Franziska Schloots" userId="bf36fa50-b9d8-441c-9650-3d07e417ee97" providerId="ADAL" clId="{96E3A4CE-C2BE-448C-9C15-4987233EAF9B}" dt="2024-04-16T14:35:53.600" v="385" actId="27636"/>
        <pc:sldMkLst>
          <pc:docMk/>
          <pc:sldMk cId="3905398652" sldId="287"/>
        </pc:sldMkLst>
        <pc:spChg chg="mod">
          <ac:chgData name="Franziska Schloots" userId="bf36fa50-b9d8-441c-9650-3d07e417ee97" providerId="ADAL" clId="{96E3A4CE-C2BE-448C-9C15-4987233EAF9B}" dt="2024-04-16T14:35:44.957" v="380" actId="20577"/>
          <ac:spMkLst>
            <pc:docMk/>
            <pc:sldMk cId="3905398652" sldId="287"/>
            <ac:spMk id="2" creationId="{7F5B7513-7336-49AA-AAE5-B9D48840D569}"/>
          </ac:spMkLst>
        </pc:spChg>
        <pc:spChg chg="mod">
          <ac:chgData name="Franziska Schloots" userId="bf36fa50-b9d8-441c-9650-3d07e417ee97" providerId="ADAL" clId="{96E3A4CE-C2BE-448C-9C15-4987233EAF9B}" dt="2024-04-16T14:35:53.600" v="385" actId="27636"/>
          <ac:spMkLst>
            <pc:docMk/>
            <pc:sldMk cId="3905398652" sldId="287"/>
            <ac:spMk id="3" creationId="{C6DA2756-6C1A-4D44-9AD9-029C855B422D}"/>
          </ac:spMkLst>
        </pc:spChg>
      </pc:sldChg>
      <pc:sldMasterChg chg="addSp delSp modSp mod setBg modSldLayout">
        <pc:chgData name="Franziska Schloots" userId="bf36fa50-b9d8-441c-9650-3d07e417ee97" providerId="ADAL" clId="{96E3A4CE-C2BE-448C-9C15-4987233EAF9B}" dt="2024-04-16T14:24:42.253" v="219" actId="14100"/>
        <pc:sldMasterMkLst>
          <pc:docMk/>
          <pc:sldMasterMk cId="3857636482" sldId="2147483649"/>
        </pc:sldMasterMkLst>
        <pc:spChg chg="mod ord">
          <ac:chgData name="Franziska Schloots" userId="bf36fa50-b9d8-441c-9650-3d07e417ee97" providerId="ADAL" clId="{96E3A4CE-C2BE-448C-9C15-4987233EAF9B}" dt="2024-04-16T14:11:17.312" v="52" actId="166"/>
          <ac:spMkLst>
            <pc:docMk/>
            <pc:sldMasterMk cId="3857636482" sldId="2147483649"/>
            <ac:spMk id="2" creationId="{2E20FCE6-D94D-4EE1-9E78-0588597919A3}"/>
          </ac:spMkLst>
        </pc:spChg>
        <pc:spChg chg="mod">
          <ac:chgData name="Franziska Schloots" userId="bf36fa50-b9d8-441c-9650-3d07e417ee97" providerId="ADAL" clId="{96E3A4CE-C2BE-448C-9C15-4987233EAF9B}" dt="2024-04-16T14:11:39.040" v="57" actId="14100"/>
          <ac:spMkLst>
            <pc:docMk/>
            <pc:sldMasterMk cId="3857636482" sldId="2147483649"/>
            <ac:spMk id="3" creationId="{D223D816-EB50-497B-8348-23927CFF2D65}"/>
          </ac:spMkLst>
        </pc:spChg>
        <pc:spChg chg="mod">
          <ac:chgData name="Franziska Schloots" userId="bf36fa50-b9d8-441c-9650-3d07e417ee97" providerId="ADAL" clId="{96E3A4CE-C2BE-448C-9C15-4987233EAF9B}" dt="2024-04-16T14:13:47.771" v="71" actId="2711"/>
          <ac:spMkLst>
            <pc:docMk/>
            <pc:sldMasterMk cId="3857636482" sldId="2147483649"/>
            <ac:spMk id="4" creationId="{06F4386D-8638-4549-A01D-5E8B31D306C0}"/>
          </ac:spMkLst>
        </pc:spChg>
        <pc:spChg chg="del">
          <ac:chgData name="Franziska Schloots" userId="bf36fa50-b9d8-441c-9650-3d07e417ee97" providerId="ADAL" clId="{96E3A4CE-C2BE-448C-9C15-4987233EAF9B}" dt="2024-04-16T14:03:22.138" v="1" actId="478"/>
          <ac:spMkLst>
            <pc:docMk/>
            <pc:sldMasterMk cId="3857636482" sldId="2147483649"/>
            <ac:spMk id="5" creationId="{0104D810-F5C8-44D5-B5EF-C706493C57E9}"/>
          </ac:spMkLst>
        </pc:spChg>
        <pc:spChg chg="mod">
          <ac:chgData name="Franziska Schloots" userId="bf36fa50-b9d8-441c-9650-3d07e417ee97" providerId="ADAL" clId="{96E3A4CE-C2BE-448C-9C15-4987233EAF9B}" dt="2024-04-16T14:14:10.346" v="77" actId="113"/>
          <ac:spMkLst>
            <pc:docMk/>
            <pc:sldMasterMk cId="3857636482" sldId="2147483649"/>
            <ac:spMk id="6" creationId="{8504FD8A-6455-474D-8F83-6F496BCD4AC8}"/>
          </ac:spMkLst>
        </pc:spChg>
        <pc:spChg chg="del">
          <ac:chgData name="Franziska Schloots" userId="bf36fa50-b9d8-441c-9650-3d07e417ee97" providerId="ADAL" clId="{96E3A4CE-C2BE-448C-9C15-4987233EAF9B}" dt="2024-04-16T14:04:58.524" v="15" actId="478"/>
          <ac:spMkLst>
            <pc:docMk/>
            <pc:sldMasterMk cId="3857636482" sldId="2147483649"/>
            <ac:spMk id="12" creationId="{CBD199CA-4F6C-42B6-B4D6-5940283495E1}"/>
          </ac:spMkLst>
        </pc:spChg>
        <pc:spChg chg="add mod">
          <ac:chgData name="Franziska Schloots" userId="bf36fa50-b9d8-441c-9650-3d07e417ee97" providerId="ADAL" clId="{96E3A4CE-C2BE-448C-9C15-4987233EAF9B}" dt="2024-04-16T14:07:56.471" v="38" actId="1076"/>
          <ac:spMkLst>
            <pc:docMk/>
            <pc:sldMasterMk cId="3857636482" sldId="2147483649"/>
            <ac:spMk id="14" creationId="{355D90C5-02E5-4636-AA1F-88029AF529ED}"/>
          </ac:spMkLst>
        </pc:spChg>
        <pc:spChg chg="mod">
          <ac:chgData name="Franziska Schloots" userId="bf36fa50-b9d8-441c-9650-3d07e417ee97" providerId="ADAL" clId="{96E3A4CE-C2BE-448C-9C15-4987233EAF9B}" dt="2024-04-16T14:13:54.338" v="73" actId="207"/>
          <ac:spMkLst>
            <pc:docMk/>
            <pc:sldMasterMk cId="3857636482" sldId="2147483649"/>
            <ac:spMk id="15" creationId="{BA7A44DF-F944-4057-B7E0-CFB1205A0CBD}"/>
          </ac:spMkLst>
        </pc:spChg>
        <pc:picChg chg="del">
          <ac:chgData name="Franziska Schloots" userId="bf36fa50-b9d8-441c-9650-3d07e417ee97" providerId="ADAL" clId="{96E3A4CE-C2BE-448C-9C15-4987233EAF9B}" dt="2024-04-16T14:04:01.773" v="11" actId="478"/>
          <ac:picMkLst>
            <pc:docMk/>
            <pc:sldMasterMk cId="3857636482" sldId="2147483649"/>
            <ac:picMk id="7" creationId="{FA33E949-86D0-A77B-4039-C38A1D5C7B5B}"/>
          </ac:picMkLst>
        </pc:picChg>
        <pc:picChg chg="add mod ord">
          <ac:chgData name="Franziska Schloots" userId="bf36fa50-b9d8-441c-9650-3d07e417ee97" providerId="ADAL" clId="{96E3A4CE-C2BE-448C-9C15-4987233EAF9B}" dt="2024-04-16T14:08:01.656" v="39" actId="166"/>
          <ac:picMkLst>
            <pc:docMk/>
            <pc:sldMasterMk cId="3857636482" sldId="2147483649"/>
            <ac:picMk id="10" creationId="{79C0AC9E-2934-4262-909C-7CE78651E8AA}"/>
          </ac:picMkLst>
        </pc:picChg>
        <pc:picChg chg="add mod">
          <ac:chgData name="Franziska Schloots" userId="bf36fa50-b9d8-441c-9650-3d07e417ee97" providerId="ADAL" clId="{96E3A4CE-C2BE-448C-9C15-4987233EAF9B}" dt="2024-04-16T14:05:57.813" v="28" actId="1076"/>
          <ac:picMkLst>
            <pc:docMk/>
            <pc:sldMasterMk cId="3857636482" sldId="2147483649"/>
            <ac:picMk id="13" creationId="{44DA9C9A-62A6-4919-9CB7-EF2CDED6A6EF}"/>
          </ac:picMkLst>
        </pc:picChg>
        <pc:cxnChg chg="del">
          <ac:chgData name="Franziska Schloots" userId="bf36fa50-b9d8-441c-9650-3d07e417ee97" providerId="ADAL" clId="{96E3A4CE-C2BE-448C-9C15-4987233EAF9B}" dt="2024-04-16T14:05:07.340" v="16" actId="478"/>
          <ac:cxnSpMkLst>
            <pc:docMk/>
            <pc:sldMasterMk cId="3857636482" sldId="2147483649"/>
            <ac:cxnSpMk id="8" creationId="{23A56292-8A18-49D2-93D1-EF3F722411DC}"/>
          </ac:cxnSpMkLst>
        </pc:cxnChg>
        <pc:sldLayoutChg chg="addSp delSp modSp mod">
          <pc:chgData name="Franziska Schloots" userId="bf36fa50-b9d8-441c-9650-3d07e417ee97" providerId="ADAL" clId="{96E3A4CE-C2BE-448C-9C15-4987233EAF9B}" dt="2024-04-16T14:24:42.253" v="219" actId="14100"/>
          <pc:sldLayoutMkLst>
            <pc:docMk/>
            <pc:sldMasterMk cId="3857636482" sldId="2147483649"/>
            <pc:sldLayoutMk cId="248999694" sldId="2147483651"/>
          </pc:sldLayoutMkLst>
          <pc:spChg chg="del">
            <ac:chgData name="Franziska Schloots" userId="bf36fa50-b9d8-441c-9650-3d07e417ee97" providerId="ADAL" clId="{96E3A4CE-C2BE-448C-9C15-4987233EAF9B}" dt="2024-04-16T14:21:12.161" v="183"/>
            <ac:spMkLst>
              <pc:docMk/>
              <pc:sldMasterMk cId="3857636482" sldId="2147483649"/>
              <pc:sldLayoutMk cId="248999694" sldId="2147483651"/>
              <ac:spMk id="2" creationId="{88420E4C-A80E-4765-827A-BB18644AB1CD}"/>
            </ac:spMkLst>
          </pc:spChg>
          <pc:spChg chg="del">
            <ac:chgData name="Franziska Schloots" userId="bf36fa50-b9d8-441c-9650-3d07e417ee97" providerId="ADAL" clId="{96E3A4CE-C2BE-448C-9C15-4987233EAF9B}" dt="2024-04-16T14:11:23.532" v="53" actId="478"/>
            <ac:spMkLst>
              <pc:docMk/>
              <pc:sldMasterMk cId="3857636482" sldId="2147483649"/>
              <pc:sldLayoutMk cId="248999694" sldId="2147483651"/>
              <ac:spMk id="3" creationId="{C0C87C80-32C1-4465-8BC6-F5171E62CD34}"/>
            </ac:spMkLst>
          </pc:spChg>
          <pc:spChg chg="del">
            <ac:chgData name="Franziska Schloots" userId="bf36fa50-b9d8-441c-9650-3d07e417ee97" providerId="ADAL" clId="{96E3A4CE-C2BE-448C-9C15-4987233EAF9B}" dt="2024-04-16T14:21:13.601" v="185"/>
            <ac:spMkLst>
              <pc:docMk/>
              <pc:sldMasterMk cId="3857636482" sldId="2147483649"/>
              <pc:sldLayoutMk cId="248999694" sldId="2147483651"/>
              <ac:spMk id="4" creationId="{F0C70442-75B3-4A07-8B05-2FC7D6B6480E}"/>
            </ac:spMkLst>
          </pc:spChg>
          <pc:spChg chg="del">
            <ac:chgData name="Franziska Schloots" userId="bf36fa50-b9d8-441c-9650-3d07e417ee97" providerId="ADAL" clId="{96E3A4CE-C2BE-448C-9C15-4987233EAF9B}" dt="2024-04-16T14:09:47.213" v="50" actId="478"/>
            <ac:spMkLst>
              <pc:docMk/>
              <pc:sldMasterMk cId="3857636482" sldId="2147483649"/>
              <pc:sldLayoutMk cId="248999694" sldId="2147483651"/>
              <ac:spMk id="5" creationId="{BD197D6A-F349-4863-800A-D259219EEB89}"/>
            </ac:spMkLst>
          </pc:spChg>
          <pc:spChg chg="add mod">
            <ac:chgData name="Franziska Schloots" userId="bf36fa50-b9d8-441c-9650-3d07e417ee97" providerId="ADAL" clId="{96E3A4CE-C2BE-448C-9C15-4987233EAF9B}" dt="2024-04-16T14:21:12.712" v="184"/>
            <ac:spMkLst>
              <pc:docMk/>
              <pc:sldMasterMk cId="3857636482" sldId="2147483649"/>
              <pc:sldLayoutMk cId="248999694" sldId="2147483651"/>
              <ac:spMk id="6" creationId="{E41C8C7D-47E6-4982-AD77-A182EAF94CB8}"/>
            </ac:spMkLst>
          </pc:spChg>
          <pc:spChg chg="add del mod">
            <ac:chgData name="Franziska Schloots" userId="bf36fa50-b9d8-441c-9650-3d07e417ee97" providerId="ADAL" clId="{96E3A4CE-C2BE-448C-9C15-4987233EAF9B}" dt="2024-04-16T14:23:33.709" v="209" actId="478"/>
            <ac:spMkLst>
              <pc:docMk/>
              <pc:sldMasterMk cId="3857636482" sldId="2147483649"/>
              <pc:sldLayoutMk cId="248999694" sldId="2147483651"/>
              <ac:spMk id="7" creationId="{B6C90C1A-1972-450C-8E06-CFEC9C3EF8B0}"/>
            </ac:spMkLst>
          </pc:spChg>
          <pc:spChg chg="add del mod">
            <ac:chgData name="Franziska Schloots" userId="bf36fa50-b9d8-441c-9650-3d07e417ee97" providerId="ADAL" clId="{96E3A4CE-C2BE-448C-9C15-4987233EAF9B}" dt="2024-04-16T14:14:17.886" v="78" actId="478"/>
            <ac:spMkLst>
              <pc:docMk/>
              <pc:sldMasterMk cId="3857636482" sldId="2147483649"/>
              <pc:sldLayoutMk cId="248999694" sldId="2147483651"/>
              <ac:spMk id="8" creationId="{A3CBDE5C-5C65-4356-A54C-2815D2FA2E03}"/>
            </ac:spMkLst>
          </pc:spChg>
          <pc:spChg chg="add del mod">
            <ac:chgData name="Franziska Schloots" userId="bf36fa50-b9d8-441c-9650-3d07e417ee97" providerId="ADAL" clId="{96E3A4CE-C2BE-448C-9C15-4987233EAF9B}" dt="2024-04-16T14:21:13.601" v="185"/>
            <ac:spMkLst>
              <pc:docMk/>
              <pc:sldMasterMk cId="3857636482" sldId="2147483649"/>
              <pc:sldLayoutMk cId="248999694" sldId="2147483651"/>
              <ac:spMk id="9" creationId="{EA6A5535-DA3D-4A84-968B-BA46BE9890A2}"/>
            </ac:spMkLst>
          </pc:spChg>
          <pc:spChg chg="del">
            <ac:chgData name="Franziska Schloots" userId="bf36fa50-b9d8-441c-9650-3d07e417ee97" providerId="ADAL" clId="{96E3A4CE-C2BE-448C-9C15-4987233EAF9B}" dt="2024-04-16T14:09:44.526" v="49" actId="478"/>
            <ac:spMkLst>
              <pc:docMk/>
              <pc:sldMasterMk cId="3857636482" sldId="2147483649"/>
              <pc:sldLayoutMk cId="248999694" sldId="2147483651"/>
              <ac:spMk id="10" creationId="{0CB5C8C1-0F03-4CA4-8565-CBACDA8C76E1}"/>
            </ac:spMkLst>
          </pc:spChg>
          <pc:spChg chg="add del mod">
            <ac:chgData name="Franziska Schloots" userId="bf36fa50-b9d8-441c-9650-3d07e417ee97" providerId="ADAL" clId="{96E3A4CE-C2BE-448C-9C15-4987233EAF9B}" dt="2024-04-16T14:21:13.601" v="185"/>
            <ac:spMkLst>
              <pc:docMk/>
              <pc:sldMasterMk cId="3857636482" sldId="2147483649"/>
              <pc:sldLayoutMk cId="248999694" sldId="2147483651"/>
              <ac:spMk id="11" creationId="{13A631A9-889D-435D-9071-EC4F87A15DF7}"/>
            </ac:spMkLst>
          </pc:spChg>
          <pc:spChg chg="add mod">
            <ac:chgData name="Franziska Schloots" userId="bf36fa50-b9d8-441c-9650-3d07e417ee97" providerId="ADAL" clId="{96E3A4CE-C2BE-448C-9C15-4987233EAF9B}" dt="2024-04-16T14:21:14.136" v="186"/>
            <ac:spMkLst>
              <pc:docMk/>
              <pc:sldMasterMk cId="3857636482" sldId="2147483649"/>
              <pc:sldLayoutMk cId="248999694" sldId="2147483651"/>
              <ac:spMk id="12" creationId="{6DBD84B5-0796-47CE-9F61-387D3FA29E1B}"/>
            </ac:spMkLst>
          </pc:spChg>
          <pc:spChg chg="add mod">
            <ac:chgData name="Franziska Schloots" userId="bf36fa50-b9d8-441c-9650-3d07e417ee97" providerId="ADAL" clId="{96E3A4CE-C2BE-448C-9C15-4987233EAF9B}" dt="2024-04-16T14:21:14.136" v="186"/>
            <ac:spMkLst>
              <pc:docMk/>
              <pc:sldMasterMk cId="3857636482" sldId="2147483649"/>
              <pc:sldLayoutMk cId="248999694" sldId="2147483651"/>
              <ac:spMk id="13" creationId="{9DCB6A35-CF11-4222-83E5-AC2CB14EADB7}"/>
            </ac:spMkLst>
          </pc:spChg>
          <pc:spChg chg="add mod">
            <ac:chgData name="Franziska Schloots" userId="bf36fa50-b9d8-441c-9650-3d07e417ee97" providerId="ADAL" clId="{96E3A4CE-C2BE-448C-9C15-4987233EAF9B}" dt="2024-04-16T14:21:14.136" v="186"/>
            <ac:spMkLst>
              <pc:docMk/>
              <pc:sldMasterMk cId="3857636482" sldId="2147483649"/>
              <pc:sldLayoutMk cId="248999694" sldId="2147483651"/>
              <ac:spMk id="14" creationId="{A8AC46A4-DF92-48AD-B987-BA1793355F9D}"/>
            </ac:spMkLst>
          </pc:spChg>
          <pc:spChg chg="add del mod">
            <ac:chgData name="Franziska Schloots" userId="bf36fa50-b9d8-441c-9650-3d07e417ee97" providerId="ADAL" clId="{96E3A4CE-C2BE-448C-9C15-4987233EAF9B}" dt="2024-04-16T14:24:35.724" v="216" actId="478"/>
            <ac:spMkLst>
              <pc:docMk/>
              <pc:sldMasterMk cId="3857636482" sldId="2147483649"/>
              <pc:sldLayoutMk cId="248999694" sldId="2147483651"/>
              <ac:spMk id="15" creationId="{4FA3514E-890B-46BD-BBAE-33BA5F7B44E9}"/>
            </ac:spMkLst>
          </pc:spChg>
          <pc:spChg chg="add mod">
            <ac:chgData name="Franziska Schloots" userId="bf36fa50-b9d8-441c-9650-3d07e417ee97" providerId="ADAL" clId="{96E3A4CE-C2BE-448C-9C15-4987233EAF9B}" dt="2024-04-16T14:24:42.253" v="219" actId="14100"/>
            <ac:spMkLst>
              <pc:docMk/>
              <pc:sldMasterMk cId="3857636482" sldId="2147483649"/>
              <pc:sldLayoutMk cId="248999694" sldId="2147483651"/>
              <ac:spMk id="16" creationId="{D3664BB9-6F94-45AD-B805-3007305CDA09}"/>
            </ac:spMkLst>
          </pc:spChg>
        </pc:sldLayoutChg>
        <pc:sldLayoutChg chg="addSp delSp modSp mod">
          <pc:chgData name="Franziska Schloots" userId="bf36fa50-b9d8-441c-9650-3d07e417ee97" providerId="ADAL" clId="{96E3A4CE-C2BE-448C-9C15-4987233EAF9B}" dt="2024-04-16T14:14:55.570" v="86" actId="14100"/>
          <pc:sldLayoutMkLst>
            <pc:docMk/>
            <pc:sldMasterMk cId="3857636482" sldId="2147483649"/>
            <pc:sldLayoutMk cId="1080355431" sldId="2147483653"/>
          </pc:sldLayoutMkLst>
          <pc:spChg chg="mod">
            <ac:chgData name="Franziska Schloots" userId="bf36fa50-b9d8-441c-9650-3d07e417ee97" providerId="ADAL" clId="{96E3A4CE-C2BE-448C-9C15-4987233EAF9B}" dt="2024-04-16T14:14:55.570" v="86" actId="14100"/>
            <ac:spMkLst>
              <pc:docMk/>
              <pc:sldMasterMk cId="3857636482" sldId="2147483649"/>
              <pc:sldLayoutMk cId="1080355431" sldId="2147483653"/>
              <ac:spMk id="3" creationId="{4128AB28-6C79-44F8-863C-30CFA32DF518}"/>
            </ac:spMkLst>
          </pc:spChg>
          <pc:spChg chg="mod">
            <ac:chgData name="Franziska Schloots" userId="bf36fa50-b9d8-441c-9650-3d07e417ee97" providerId="ADAL" clId="{96E3A4CE-C2BE-448C-9C15-4987233EAF9B}" dt="2024-04-16T14:14:51.889" v="85" actId="14100"/>
            <ac:spMkLst>
              <pc:docMk/>
              <pc:sldMasterMk cId="3857636482" sldId="2147483649"/>
              <pc:sldLayoutMk cId="1080355431" sldId="2147483653"/>
              <ac:spMk id="4" creationId="{0BEAB925-22A8-4141-BE56-8AFFDD9467AE}"/>
            </ac:spMkLst>
          </pc:spChg>
          <pc:spChg chg="del">
            <ac:chgData name="Franziska Schloots" userId="bf36fa50-b9d8-441c-9650-3d07e417ee97" providerId="ADAL" clId="{96E3A4CE-C2BE-448C-9C15-4987233EAF9B}" dt="2024-04-16T14:12:23.772" v="62" actId="478"/>
            <ac:spMkLst>
              <pc:docMk/>
              <pc:sldMasterMk cId="3857636482" sldId="2147483649"/>
              <pc:sldLayoutMk cId="1080355431" sldId="2147483653"/>
              <ac:spMk id="6" creationId="{3371FF1C-7803-4B3B-B8FC-0E4C239A57A0}"/>
            </ac:spMkLst>
          </pc:spChg>
          <pc:spChg chg="add mod">
            <ac:chgData name="Franziska Schloots" userId="bf36fa50-b9d8-441c-9650-3d07e417ee97" providerId="ADAL" clId="{96E3A4CE-C2BE-448C-9C15-4987233EAF9B}" dt="2024-04-16T14:12:24.117" v="63"/>
            <ac:spMkLst>
              <pc:docMk/>
              <pc:sldMasterMk cId="3857636482" sldId="2147483649"/>
              <pc:sldLayoutMk cId="1080355431" sldId="2147483653"/>
              <ac:spMk id="8" creationId="{F89B4373-4F4A-4CF5-8544-C13810C8E8B8}"/>
            </ac:spMkLst>
          </pc:spChg>
        </pc:sldLayoutChg>
        <pc:sldLayoutChg chg="addSp delSp modSp mod">
          <pc:chgData name="Franziska Schloots" userId="bf36fa50-b9d8-441c-9650-3d07e417ee97" providerId="ADAL" clId="{96E3A4CE-C2BE-448C-9C15-4987233EAF9B}" dt="2024-04-16T14:12:27.065" v="65"/>
          <pc:sldLayoutMkLst>
            <pc:docMk/>
            <pc:sldMasterMk cId="3857636482" sldId="2147483649"/>
            <pc:sldLayoutMk cId="2761220103" sldId="2147483655"/>
          </pc:sldLayoutMkLst>
          <pc:spChg chg="del">
            <ac:chgData name="Franziska Schloots" userId="bf36fa50-b9d8-441c-9650-3d07e417ee97" providerId="ADAL" clId="{96E3A4CE-C2BE-448C-9C15-4987233EAF9B}" dt="2024-04-16T14:12:26.764" v="64" actId="478"/>
            <ac:spMkLst>
              <pc:docMk/>
              <pc:sldMasterMk cId="3857636482" sldId="2147483649"/>
              <pc:sldLayoutMk cId="2761220103" sldId="2147483655"/>
              <ac:spMk id="4" creationId="{94F99213-4F4B-4089-8987-D3CC0829561D}"/>
            </ac:spMkLst>
          </pc:spChg>
          <pc:spChg chg="add mod">
            <ac:chgData name="Franziska Schloots" userId="bf36fa50-b9d8-441c-9650-3d07e417ee97" providerId="ADAL" clId="{96E3A4CE-C2BE-448C-9C15-4987233EAF9B}" dt="2024-04-16T14:12:27.065" v="65"/>
            <ac:spMkLst>
              <pc:docMk/>
              <pc:sldMasterMk cId="3857636482" sldId="2147483649"/>
              <pc:sldLayoutMk cId="2761220103" sldId="2147483655"/>
              <ac:spMk id="6" creationId="{679DB32F-1E5E-4DB7-9C35-463F43740299}"/>
            </ac:spMkLst>
          </pc:spChg>
        </pc:sldLayoutChg>
        <pc:sldLayoutChg chg="addSp delSp modSp mod">
          <pc:chgData name="Franziska Schloots" userId="bf36fa50-b9d8-441c-9650-3d07e417ee97" providerId="ADAL" clId="{96E3A4CE-C2BE-448C-9C15-4987233EAF9B}" dt="2024-04-16T14:12:30.662" v="67"/>
          <pc:sldLayoutMkLst>
            <pc:docMk/>
            <pc:sldMasterMk cId="3857636482" sldId="2147483649"/>
            <pc:sldLayoutMk cId="375078788" sldId="2147483656"/>
          </pc:sldLayoutMkLst>
          <pc:spChg chg="del">
            <ac:chgData name="Franziska Schloots" userId="bf36fa50-b9d8-441c-9650-3d07e417ee97" providerId="ADAL" clId="{96E3A4CE-C2BE-448C-9C15-4987233EAF9B}" dt="2024-04-16T14:12:30.446" v="66" actId="478"/>
            <ac:spMkLst>
              <pc:docMk/>
              <pc:sldMasterMk cId="3857636482" sldId="2147483649"/>
              <pc:sldLayoutMk cId="375078788" sldId="2147483656"/>
              <ac:spMk id="3" creationId="{44411258-7DB9-4010-A4D9-4C8E91C7612B}"/>
            </ac:spMkLst>
          </pc:spChg>
          <pc:spChg chg="add mod">
            <ac:chgData name="Franziska Schloots" userId="bf36fa50-b9d8-441c-9650-3d07e417ee97" providerId="ADAL" clId="{96E3A4CE-C2BE-448C-9C15-4987233EAF9B}" dt="2024-04-16T14:12:30.662" v="67"/>
            <ac:spMkLst>
              <pc:docMk/>
              <pc:sldMasterMk cId="3857636482" sldId="2147483649"/>
              <pc:sldLayoutMk cId="375078788" sldId="2147483656"/>
              <ac:spMk id="5" creationId="{B71DCC99-7AF3-4BF0-891E-7B0DD019AB89}"/>
            </ac:spMkLst>
          </pc:spChg>
        </pc:sldLayoutChg>
      </pc:sldMasterChg>
      <pc:sldMasterChg chg="modSp modSldLayout">
        <pc:chgData name="Franziska Schloots" userId="bf36fa50-b9d8-441c-9650-3d07e417ee97" providerId="ADAL" clId="{96E3A4CE-C2BE-448C-9C15-4987233EAF9B}" dt="2024-04-16T14:16:52.827" v="106" actId="14100"/>
        <pc:sldMasterMkLst>
          <pc:docMk/>
          <pc:sldMasterMk cId="3103583541" sldId="2147483661"/>
        </pc:sldMasterMkLst>
        <pc:spChg chg="mod">
          <ac:chgData name="Franziska Schloots" userId="bf36fa50-b9d8-441c-9650-3d07e417ee97" providerId="ADAL" clId="{96E3A4CE-C2BE-448C-9C15-4987233EAF9B}" dt="2024-04-16T14:15:13.053" v="88" actId="113"/>
          <ac:spMkLst>
            <pc:docMk/>
            <pc:sldMasterMk cId="3103583541" sldId="2147483661"/>
            <ac:spMk id="2" creationId="{90BE37AD-2163-4A60-A9AD-6388D2ED1CE8}"/>
          </ac:spMkLst>
        </pc:spChg>
        <pc:spChg chg="mod">
          <ac:chgData name="Franziska Schloots" userId="bf36fa50-b9d8-441c-9650-3d07e417ee97" providerId="ADAL" clId="{96E3A4CE-C2BE-448C-9C15-4987233EAF9B}" dt="2024-04-16T14:15:17.364" v="89" actId="2711"/>
          <ac:spMkLst>
            <pc:docMk/>
            <pc:sldMasterMk cId="3103583541" sldId="2147483661"/>
            <ac:spMk id="3" creationId="{4BDC008A-1029-4FC8-A1D6-C466E34329D9}"/>
          </ac:spMkLst>
        </pc:spChg>
        <pc:spChg chg="mod">
          <ac:chgData name="Franziska Schloots" userId="bf36fa50-b9d8-441c-9650-3d07e417ee97" providerId="ADAL" clId="{96E3A4CE-C2BE-448C-9C15-4987233EAF9B}" dt="2024-04-16T14:15:21.192" v="90" actId="2711"/>
          <ac:spMkLst>
            <pc:docMk/>
            <pc:sldMasterMk cId="3103583541" sldId="2147483661"/>
            <ac:spMk id="4" creationId="{728945CC-26BC-47A6-B148-CBF5DC43D869}"/>
          </ac:spMkLst>
        </pc:spChg>
        <pc:spChg chg="mod">
          <ac:chgData name="Franziska Schloots" userId="bf36fa50-b9d8-441c-9650-3d07e417ee97" providerId="ADAL" clId="{96E3A4CE-C2BE-448C-9C15-4987233EAF9B}" dt="2024-04-16T14:15:27.230" v="91" actId="2711"/>
          <ac:spMkLst>
            <pc:docMk/>
            <pc:sldMasterMk cId="3103583541" sldId="2147483661"/>
            <ac:spMk id="5" creationId="{7DC4FD38-2FC4-4D30-A03C-2D29C5A3B969}"/>
          </ac:spMkLst>
        </pc:spChg>
        <pc:spChg chg="mod">
          <ac:chgData name="Franziska Schloots" userId="bf36fa50-b9d8-441c-9650-3d07e417ee97" providerId="ADAL" clId="{96E3A4CE-C2BE-448C-9C15-4987233EAF9B}" dt="2024-04-16T14:15:30.914" v="92" actId="2711"/>
          <ac:spMkLst>
            <pc:docMk/>
            <pc:sldMasterMk cId="3103583541" sldId="2147483661"/>
            <ac:spMk id="6" creationId="{F9C6CD57-7C90-407C-A7B6-40284DF3E6E9}"/>
          </ac:spMkLst>
        </pc:spChg>
        <pc:sldLayoutChg chg="addSp modSp">
          <pc:chgData name="Franziska Schloots" userId="bf36fa50-b9d8-441c-9650-3d07e417ee97" providerId="ADAL" clId="{96E3A4CE-C2BE-448C-9C15-4987233EAF9B}" dt="2024-04-16T14:13:29.520" v="70"/>
          <pc:sldLayoutMkLst>
            <pc:docMk/>
            <pc:sldMasterMk cId="3103583541" sldId="2147483661"/>
            <pc:sldLayoutMk cId="2155044415" sldId="2147483662"/>
          </pc:sldLayoutMkLst>
          <pc:spChg chg="add mod">
            <ac:chgData name="Franziska Schloots" userId="bf36fa50-b9d8-441c-9650-3d07e417ee97" providerId="ADAL" clId="{96E3A4CE-C2BE-448C-9C15-4987233EAF9B}" dt="2024-04-16T14:13:29.520" v="70"/>
            <ac:spMkLst>
              <pc:docMk/>
              <pc:sldMasterMk cId="3103583541" sldId="2147483661"/>
              <pc:sldLayoutMk cId="2155044415" sldId="2147483662"/>
              <ac:spMk id="8" creationId="{07B89830-617A-4380-AF05-AB3396DD9C27}"/>
            </ac:spMkLst>
          </pc:spChg>
          <pc:picChg chg="add mod">
            <ac:chgData name="Franziska Schloots" userId="bf36fa50-b9d8-441c-9650-3d07e417ee97" providerId="ADAL" clId="{96E3A4CE-C2BE-448C-9C15-4987233EAF9B}" dt="2024-04-16T14:13:29.520" v="70"/>
            <ac:picMkLst>
              <pc:docMk/>
              <pc:sldMasterMk cId="3103583541" sldId="2147483661"/>
              <pc:sldLayoutMk cId="2155044415" sldId="2147483662"/>
              <ac:picMk id="7" creationId="{FE3B4BA2-3DCD-4467-815D-CF3CE64733A8}"/>
            </ac:picMkLst>
          </pc:picChg>
          <pc:picChg chg="add mod">
            <ac:chgData name="Franziska Schloots" userId="bf36fa50-b9d8-441c-9650-3d07e417ee97" providerId="ADAL" clId="{96E3A4CE-C2BE-448C-9C15-4987233EAF9B}" dt="2024-04-16T14:13:29.520" v="70"/>
            <ac:picMkLst>
              <pc:docMk/>
              <pc:sldMasterMk cId="3103583541" sldId="2147483661"/>
              <pc:sldLayoutMk cId="2155044415" sldId="2147483662"/>
              <ac:picMk id="9" creationId="{0061CCD8-EDAD-4A72-B567-55AE939E071C}"/>
            </ac:picMkLst>
          </pc:picChg>
        </pc:sldLayoutChg>
        <pc:sldLayoutChg chg="addSp delSp modSp mod">
          <pc:chgData name="Franziska Schloots" userId="bf36fa50-b9d8-441c-9650-3d07e417ee97" providerId="ADAL" clId="{96E3A4CE-C2BE-448C-9C15-4987233EAF9B}" dt="2024-04-16T14:16:52.827" v="106" actId="14100"/>
          <pc:sldLayoutMkLst>
            <pc:docMk/>
            <pc:sldMasterMk cId="3103583541" sldId="2147483661"/>
            <pc:sldLayoutMk cId="1468118297" sldId="2147483664"/>
          </pc:sldLayoutMkLst>
          <pc:spChg chg="mod">
            <ac:chgData name="Franziska Schloots" userId="bf36fa50-b9d8-441c-9650-3d07e417ee97" providerId="ADAL" clId="{96E3A4CE-C2BE-448C-9C15-4987233EAF9B}" dt="2024-04-16T14:16:52.827" v="106" actId="14100"/>
            <ac:spMkLst>
              <pc:docMk/>
              <pc:sldMasterMk cId="3103583541" sldId="2147483661"/>
              <pc:sldLayoutMk cId="1468118297" sldId="2147483664"/>
              <ac:spMk id="2" creationId="{BD68A073-2F77-4CFA-98DC-3CAD59300167}"/>
            </ac:spMkLst>
          </pc:spChg>
          <pc:spChg chg="mod">
            <ac:chgData name="Franziska Schloots" userId="bf36fa50-b9d8-441c-9650-3d07e417ee97" providerId="ADAL" clId="{96E3A4CE-C2BE-448C-9C15-4987233EAF9B}" dt="2024-04-16T14:16:49.971" v="105" actId="14100"/>
            <ac:spMkLst>
              <pc:docMk/>
              <pc:sldMasterMk cId="3103583541" sldId="2147483661"/>
              <pc:sldLayoutMk cId="1468118297" sldId="2147483664"/>
              <ac:spMk id="3" creationId="{CA9A269B-BEAA-4353-9843-3F3FBD026EEF}"/>
            </ac:spMkLst>
          </pc:spChg>
          <pc:spChg chg="add del">
            <ac:chgData name="Franziska Schloots" userId="bf36fa50-b9d8-441c-9650-3d07e417ee97" providerId="ADAL" clId="{96E3A4CE-C2BE-448C-9C15-4987233EAF9B}" dt="2024-04-16T14:16:36.830" v="102" actId="478"/>
            <ac:spMkLst>
              <pc:docMk/>
              <pc:sldMasterMk cId="3103583541" sldId="2147483661"/>
              <pc:sldLayoutMk cId="1468118297" sldId="2147483664"/>
              <ac:spMk id="4" creationId="{C2C81A1B-4EFD-40FB-82F9-507FDBB3720A}"/>
            </ac:spMkLst>
          </pc:spChg>
          <pc:spChg chg="del">
            <ac:chgData name="Franziska Schloots" userId="bf36fa50-b9d8-441c-9650-3d07e417ee97" providerId="ADAL" clId="{96E3A4CE-C2BE-448C-9C15-4987233EAF9B}" dt="2024-04-16T14:12:54.296" v="69" actId="478"/>
            <ac:spMkLst>
              <pc:docMk/>
              <pc:sldMasterMk cId="3103583541" sldId="2147483661"/>
              <pc:sldLayoutMk cId="1468118297" sldId="2147483664"/>
              <ac:spMk id="8" creationId="{D9CDCDF6-39D2-4348-AA86-75C19A7BEC42}"/>
            </ac:spMkLst>
          </pc:spChg>
          <pc:spChg chg="add del mod">
            <ac:chgData name="Franziska Schloots" userId="bf36fa50-b9d8-441c-9650-3d07e417ee97" providerId="ADAL" clId="{96E3A4CE-C2BE-448C-9C15-4987233EAF9B}" dt="2024-04-16T14:16:26.781" v="101" actId="478"/>
            <ac:spMkLst>
              <pc:docMk/>
              <pc:sldMasterMk cId="3103583541" sldId="2147483661"/>
              <pc:sldLayoutMk cId="1468118297" sldId="2147483664"/>
              <ac:spMk id="10" creationId="{13A6D309-944F-4707-A645-2049835C9738}"/>
            </ac:spMkLst>
          </pc:spChg>
          <pc:spChg chg="add mod">
            <ac:chgData name="Franziska Schloots" userId="bf36fa50-b9d8-441c-9650-3d07e417ee97" providerId="ADAL" clId="{96E3A4CE-C2BE-448C-9C15-4987233EAF9B}" dt="2024-04-16T14:16:41.286" v="103"/>
            <ac:spMkLst>
              <pc:docMk/>
              <pc:sldMasterMk cId="3103583541" sldId="2147483661"/>
              <pc:sldLayoutMk cId="1468118297" sldId="2147483664"/>
              <ac:spMk id="11" creationId="{59FF132D-2EDD-4F2F-B48B-DFD3FA15BBE6}"/>
            </ac:spMkLst>
          </pc:spChg>
          <pc:spChg chg="add mod">
            <ac:chgData name="Franziska Schloots" userId="bf36fa50-b9d8-441c-9650-3d07e417ee97" providerId="ADAL" clId="{96E3A4CE-C2BE-448C-9C15-4987233EAF9B}" dt="2024-04-16T14:16:46.527" v="104"/>
            <ac:spMkLst>
              <pc:docMk/>
              <pc:sldMasterMk cId="3103583541" sldId="2147483661"/>
              <pc:sldLayoutMk cId="1468118297" sldId="2147483664"/>
              <ac:spMk id="12" creationId="{D029987A-3158-4BB1-97D9-ED84F5C3BE70}"/>
            </ac:spMkLst>
          </pc:spChg>
          <pc:picChg chg="del">
            <ac:chgData name="Franziska Schloots" userId="bf36fa50-b9d8-441c-9650-3d07e417ee97" providerId="ADAL" clId="{96E3A4CE-C2BE-448C-9C15-4987233EAF9B}" dt="2024-04-16T14:12:53.206" v="68" actId="478"/>
            <ac:picMkLst>
              <pc:docMk/>
              <pc:sldMasterMk cId="3103583541" sldId="2147483661"/>
              <pc:sldLayoutMk cId="1468118297" sldId="2147483664"/>
              <ac:picMk id="6" creationId="{7E62F982-A268-4E67-9F62-398B7C0F66F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CA347-581F-453A-8827-2E0730E45054}" type="datetimeFigureOut">
              <a:rPr lang="de-DE" smtClean="0"/>
              <a:t>20.02.2025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0A7EA-B1DA-4204-95C1-AB0C4C2AD9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86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41C8C7D-47E6-4982-AD77-A182EAF9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6DBD84B5-0796-47CE-9F61-387D3FA29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7EBE-E240-42E8-A930-1EFD5FBA7C07}" type="datetime4">
              <a:rPr lang="en-US" smtClean="0"/>
              <a:pPr/>
              <a:t>February 20, 2025</a:t>
            </a:fld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9DCB6A35-CF11-4222-83E5-AC2CB14E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8AC46A4-DF92-48AD-B987-BA179335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3664BB9-6F94-45AD-B805-3007305CD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666" y="1936865"/>
            <a:ext cx="11218718" cy="406492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899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37C05-5AD4-447B-96D0-A98C479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28AB28-6C79-44F8-863C-30CFA32DF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666" y="1936865"/>
            <a:ext cx="5205847" cy="406492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EAB925-22A8-4141-BE56-8AFFDD946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2487" y="1936863"/>
            <a:ext cx="5419898" cy="406492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BBAC42-7DB4-4828-A17D-C4DC7F07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948B-5060-441C-9B32-E1C336840BC3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A820B6-406F-4733-9EF3-4F880A94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Fußzeilenplatzhalter 14">
            <a:extLst>
              <a:ext uri="{FF2B5EF4-FFF2-40B4-BE49-F238E27FC236}">
                <a16:creationId xmlns:a16="http://schemas.microsoft.com/office/drawing/2014/main" id="{F89B4373-4F4A-4CF5-8544-C13810C8E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035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1C48DC-98E5-4B2E-AE37-C3533C10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AD98DF-BBF0-448A-9829-018E278C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4666-6B2F-4BED-812F-7CAA0ECB7FA5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43E716-B107-4465-B63A-D36DA2BE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14">
            <a:extLst>
              <a:ext uri="{FF2B5EF4-FFF2-40B4-BE49-F238E27FC236}">
                <a16:creationId xmlns:a16="http://schemas.microsoft.com/office/drawing/2014/main" id="{679DB32F-1E5E-4DB7-9C35-463F43740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122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860EC5-33D7-4257-8533-0C301569B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9F4E-553C-4143-AC3B-E34708D10474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D2FD51-5C6F-417C-876C-A9FBA62E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14">
            <a:extLst>
              <a:ext uri="{FF2B5EF4-FFF2-40B4-BE49-F238E27FC236}">
                <a16:creationId xmlns:a16="http://schemas.microsoft.com/office/drawing/2014/main" id="{B71DCC99-7AF3-4BF0-891E-7B0DD019A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07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EB8E8-7E6D-4606-AF19-D8A24F55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69F6A8-7A44-49A8-A26A-972F84652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F1EE0D-5096-497A-A80F-E53FC7980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A51D-6371-43E9-945A-CBA0A69130BA}" type="datetime4">
              <a:rPr lang="en-US" smtClean="0"/>
              <a:t>February 20, 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2481EA-169A-4C04-93CF-3A048E19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3F1756-A6D2-4682-BDF3-6C661978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35B2-A11E-4ABA-967C-BDA34ADD2700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Hintergrundnetz">
            <a:extLst>
              <a:ext uri="{FF2B5EF4-FFF2-40B4-BE49-F238E27FC236}">
                <a16:creationId xmlns:a16="http://schemas.microsoft.com/office/drawing/2014/main" id="{07B89830-617A-4380-AF05-AB3396DD9C2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129833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2AC71FB-FAC4-45F4-8A04-24EA56A7D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25" y="0"/>
            <a:ext cx="2175163" cy="8843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B397927-EA53-492B-933F-8068C1DA8A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31" y="168882"/>
            <a:ext cx="1928552" cy="723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95FF7AE-D357-4518-B848-D0B7163C05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157" y="-500149"/>
            <a:ext cx="2130509" cy="213050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6114704-A6C4-49A2-894B-7C8541A13A7B}"/>
              </a:ext>
            </a:extLst>
          </p:cNvPr>
          <p:cNvCxnSpPr/>
          <p:nvPr userDrawn="1"/>
        </p:nvCxnSpPr>
        <p:spPr>
          <a:xfrm>
            <a:off x="2348588" y="176732"/>
            <a:ext cx="0" cy="7073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04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8A073-2F77-4CFA-98DC-3CAD5930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67" y="1709738"/>
            <a:ext cx="11218718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9A269B-BEAA-4353-9843-3F3FBD026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667" y="4589463"/>
            <a:ext cx="1121871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73A436-3D19-47AF-932F-85789B1E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3FF8BCFE-9E9F-4EE7-BC09-FC19DDE18A55}"/>
              </a:ext>
            </a:extLst>
          </p:cNvPr>
          <p:cNvSpPr txBox="1">
            <a:spLocks/>
          </p:cNvSpPr>
          <p:nvPr userDrawn="1"/>
        </p:nvSpPr>
        <p:spPr>
          <a:xfrm>
            <a:off x="241070" y="119655"/>
            <a:ext cx="551410" cy="827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600" b="1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666EE8-1B63-4922-92B3-98C692ED0B4D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59FF132D-2EDD-4F2F-B48B-DFD3FA15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3667" y="6322389"/>
            <a:ext cx="1686098" cy="365125"/>
          </a:xfrm>
        </p:spPr>
        <p:txBody>
          <a:bodyPr/>
          <a:lstStyle/>
          <a:p>
            <a:fld id="{EBD79F4E-553C-4143-AC3B-E34708D10474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12" name="Foliennummernplatzhalter 3">
            <a:extLst>
              <a:ext uri="{FF2B5EF4-FFF2-40B4-BE49-F238E27FC236}">
                <a16:creationId xmlns:a16="http://schemas.microsoft.com/office/drawing/2014/main" id="{D029987A-3158-4BB1-97D9-ED84F5C3B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9178" y="6322389"/>
            <a:ext cx="723207" cy="358879"/>
          </a:xfrm>
        </p:spPr>
        <p:txBody>
          <a:bodyPr/>
          <a:lstStyle/>
          <a:p>
            <a:fld id="{B6666EE8-1B63-4922-92B3-98C692ED0B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11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23D816-EB50-497B-8348-23927CFF2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666" y="1903615"/>
            <a:ext cx="11218717" cy="4145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F4386D-8638-4549-A01D-5E8B31D30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3667" y="6322389"/>
            <a:ext cx="16860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fld id="{A5CE7EBE-E240-42E8-A930-1EFD5FBA7C07}" type="datetime4">
              <a:rPr lang="en-US" smtClean="0"/>
              <a:pPr/>
              <a:t>February 20, 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04FD8A-6455-474D-8F83-6F496BCD4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9178" y="6322389"/>
            <a:ext cx="723207" cy="3588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fld id="{B6666EE8-1B63-4922-92B3-98C692ED0B4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DA9C9A-62A6-4919-9CB7-EF2CDED6A6E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25" y="0"/>
            <a:ext cx="2175163" cy="884306"/>
          </a:xfrm>
          <a:prstGeom prst="rect">
            <a:avLst/>
          </a:prstGeom>
        </p:spPr>
      </p:pic>
      <p:sp>
        <p:nvSpPr>
          <p:cNvPr id="14" name="Hintergrundnetz">
            <a:extLst>
              <a:ext uri="{FF2B5EF4-FFF2-40B4-BE49-F238E27FC236}">
                <a16:creationId xmlns:a16="http://schemas.microsoft.com/office/drawing/2014/main" id="{355D90C5-02E5-4636-AA1F-88029AF529E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129833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9C0AC9E-2934-4262-909C-7CE78651E8A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31" y="168882"/>
            <a:ext cx="1928552" cy="7230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E20FCE6-D94D-4EE1-9E78-05885979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67" y="994495"/>
            <a:ext cx="11218718" cy="798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A7A44DF-F944-4057-B7E0-CFB1205A0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DC5A2E-98DB-414B-8302-39C6BF3AD2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157" y="-500149"/>
            <a:ext cx="2130509" cy="2130509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F591815-0163-4B6D-BC5D-3CD0C69FA347}"/>
              </a:ext>
            </a:extLst>
          </p:cNvPr>
          <p:cNvCxnSpPr/>
          <p:nvPr userDrawn="1"/>
        </p:nvCxnSpPr>
        <p:spPr>
          <a:xfrm>
            <a:off x="2348588" y="176732"/>
            <a:ext cx="0" cy="7073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63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5" r:id="rId3"/>
    <p:sldLayoutId id="2147483656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0BE37AD-2163-4A60-A9AD-6388D2ED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DC008A-1029-4FC8-A1D6-C466E3432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8945CC-26BC-47A6-B148-CBF5DC43D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fld id="{5468CD6A-9D95-49E3-B185-C34D6F9D2D98}" type="datetime4">
              <a:rPr lang="en-US" smtClean="0"/>
              <a:pPr/>
              <a:t>February 20, 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C4FD38-2FC4-4D30-A03C-2D29C5A3B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C6CD57-7C90-407C-A7B6-40284DF3E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fld id="{940535B2-A11E-4ABA-967C-BDA34ADD270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358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image" Target="../media/image24.svg"/><Relationship Id="rId42" Type="http://schemas.openxmlformats.org/officeDocument/2006/relationships/image" Target="../media/image45.png"/><Relationship Id="rId47" Type="http://schemas.openxmlformats.org/officeDocument/2006/relationships/image" Target="../media/image50.svg"/><Relationship Id="rId63" Type="http://schemas.openxmlformats.org/officeDocument/2006/relationships/image" Target="../media/image66.svg"/><Relationship Id="rId68" Type="http://schemas.openxmlformats.org/officeDocument/2006/relationships/image" Target="../media/image71.png"/><Relationship Id="rId16" Type="http://schemas.openxmlformats.org/officeDocument/2006/relationships/image" Target="../media/image19.png"/><Relationship Id="rId11" Type="http://schemas.openxmlformats.org/officeDocument/2006/relationships/image" Target="../media/image14.svg"/><Relationship Id="rId32" Type="http://schemas.openxmlformats.org/officeDocument/2006/relationships/image" Target="../media/image35.png"/><Relationship Id="rId37" Type="http://schemas.openxmlformats.org/officeDocument/2006/relationships/image" Target="../media/image40.svg"/><Relationship Id="rId53" Type="http://schemas.openxmlformats.org/officeDocument/2006/relationships/image" Target="../media/image56.svg"/><Relationship Id="rId58" Type="http://schemas.openxmlformats.org/officeDocument/2006/relationships/image" Target="../media/image61.png"/><Relationship Id="rId74" Type="http://schemas.openxmlformats.org/officeDocument/2006/relationships/image" Target="../media/image77.png"/><Relationship Id="rId79" Type="http://schemas.openxmlformats.org/officeDocument/2006/relationships/image" Target="../media/image82.svg"/><Relationship Id="rId5" Type="http://schemas.openxmlformats.org/officeDocument/2006/relationships/image" Target="../media/image8.svg"/><Relationship Id="rId61" Type="http://schemas.openxmlformats.org/officeDocument/2006/relationships/image" Target="../media/image64.svg"/><Relationship Id="rId19" Type="http://schemas.openxmlformats.org/officeDocument/2006/relationships/image" Target="../media/image2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svg"/><Relationship Id="rId30" Type="http://schemas.openxmlformats.org/officeDocument/2006/relationships/image" Target="../media/image33.png"/><Relationship Id="rId35" Type="http://schemas.openxmlformats.org/officeDocument/2006/relationships/image" Target="../media/image38.svg"/><Relationship Id="rId43" Type="http://schemas.openxmlformats.org/officeDocument/2006/relationships/image" Target="../media/image46.svg"/><Relationship Id="rId48" Type="http://schemas.openxmlformats.org/officeDocument/2006/relationships/image" Target="../media/image51.png"/><Relationship Id="rId56" Type="http://schemas.openxmlformats.org/officeDocument/2006/relationships/image" Target="../media/image59.png"/><Relationship Id="rId64" Type="http://schemas.openxmlformats.org/officeDocument/2006/relationships/image" Target="../media/image67.png"/><Relationship Id="rId69" Type="http://schemas.openxmlformats.org/officeDocument/2006/relationships/image" Target="../media/image72.svg"/><Relationship Id="rId77" Type="http://schemas.openxmlformats.org/officeDocument/2006/relationships/image" Target="../media/image80.svg"/><Relationship Id="rId8" Type="http://schemas.openxmlformats.org/officeDocument/2006/relationships/image" Target="../media/image11.png"/><Relationship Id="rId51" Type="http://schemas.openxmlformats.org/officeDocument/2006/relationships/image" Target="../media/image54.svg"/><Relationship Id="rId72" Type="http://schemas.openxmlformats.org/officeDocument/2006/relationships/image" Target="../media/image75.png"/><Relationship Id="rId80" Type="http://schemas.openxmlformats.org/officeDocument/2006/relationships/image" Target="../media/image83.png"/><Relationship Id="rId3" Type="http://schemas.openxmlformats.org/officeDocument/2006/relationships/image" Target="../media/image6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28.svg"/><Relationship Id="rId33" Type="http://schemas.openxmlformats.org/officeDocument/2006/relationships/image" Target="../media/image36.sv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svg"/><Relationship Id="rId67" Type="http://schemas.openxmlformats.org/officeDocument/2006/relationships/image" Target="../media/image70.svg"/><Relationship Id="rId20" Type="http://schemas.openxmlformats.org/officeDocument/2006/relationships/image" Target="../media/image23.png"/><Relationship Id="rId41" Type="http://schemas.openxmlformats.org/officeDocument/2006/relationships/image" Target="../media/image44.sv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70" Type="http://schemas.openxmlformats.org/officeDocument/2006/relationships/image" Target="../media/image73.png"/><Relationship Id="rId75" Type="http://schemas.openxmlformats.org/officeDocument/2006/relationships/image" Target="../media/image78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5" Type="http://schemas.openxmlformats.org/officeDocument/2006/relationships/image" Target="../media/image18.svg"/><Relationship Id="rId23" Type="http://schemas.openxmlformats.org/officeDocument/2006/relationships/image" Target="../media/image26.sv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svg"/><Relationship Id="rId57" Type="http://schemas.openxmlformats.org/officeDocument/2006/relationships/image" Target="../media/image60.svg"/><Relationship Id="rId10" Type="http://schemas.openxmlformats.org/officeDocument/2006/relationships/image" Target="../media/image13.png"/><Relationship Id="rId31" Type="http://schemas.openxmlformats.org/officeDocument/2006/relationships/image" Target="../media/image34.sv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65" Type="http://schemas.openxmlformats.org/officeDocument/2006/relationships/image" Target="../media/image68.svg"/><Relationship Id="rId73" Type="http://schemas.openxmlformats.org/officeDocument/2006/relationships/image" Target="../media/image76.svg"/><Relationship Id="rId78" Type="http://schemas.openxmlformats.org/officeDocument/2006/relationships/image" Target="../media/image81.png"/><Relationship Id="rId81" Type="http://schemas.openxmlformats.org/officeDocument/2006/relationships/image" Target="../media/image84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9" Type="http://schemas.openxmlformats.org/officeDocument/2006/relationships/image" Target="../media/image42.svg"/><Relationship Id="rId34" Type="http://schemas.openxmlformats.org/officeDocument/2006/relationships/image" Target="../media/image37.png"/><Relationship Id="rId50" Type="http://schemas.openxmlformats.org/officeDocument/2006/relationships/image" Target="../media/image53.png"/><Relationship Id="rId55" Type="http://schemas.openxmlformats.org/officeDocument/2006/relationships/image" Target="../media/image58.svg"/><Relationship Id="rId76" Type="http://schemas.openxmlformats.org/officeDocument/2006/relationships/image" Target="../media/image79.png"/><Relationship Id="rId7" Type="http://schemas.openxmlformats.org/officeDocument/2006/relationships/image" Target="../media/image10.svg"/><Relationship Id="rId71" Type="http://schemas.openxmlformats.org/officeDocument/2006/relationships/image" Target="../media/image74.svg"/><Relationship Id="rId2" Type="http://schemas.openxmlformats.org/officeDocument/2006/relationships/image" Target="../media/image5.png"/><Relationship Id="rId29" Type="http://schemas.openxmlformats.org/officeDocument/2006/relationships/image" Target="../media/image32.svg"/><Relationship Id="rId24" Type="http://schemas.openxmlformats.org/officeDocument/2006/relationships/image" Target="../media/image27.png"/><Relationship Id="rId40" Type="http://schemas.openxmlformats.org/officeDocument/2006/relationships/image" Target="../media/image43.png"/><Relationship Id="rId45" Type="http://schemas.openxmlformats.org/officeDocument/2006/relationships/image" Target="../media/image48.svg"/><Relationship Id="rId66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B920B-8E33-4D5E-B297-A8DD1B0CD1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Presentation</a:t>
            </a:r>
            <a:r>
              <a:rPr lang="de-DE" dirty="0"/>
              <a:t>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DE72A3-B850-448E-9E05-77F651A840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Name(s)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presenter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6E24F0-0C8F-4DAF-A294-05F508009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A51D-6371-43E9-945A-CBA0A69130BA}" type="datetime4">
              <a:rPr lang="en-US" smtClean="0"/>
              <a:t>February 20, 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468E72-5670-415A-9E71-2573BC6C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35B2-A11E-4ABA-967C-BDA34ADD270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03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A6C81-AA4E-4CB4-8163-B0CD2AAB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Today‘s</a:t>
            </a:r>
            <a:r>
              <a:rPr lang="de-DE" dirty="0"/>
              <a:t> </a:t>
            </a:r>
            <a:r>
              <a:rPr lang="de-DE" dirty="0" err="1"/>
              <a:t>agenda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A3B501-A805-4F3D-97ED-70217266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7EBE-E240-42E8-A930-1EFD5FBA7C07}" type="datetime4">
              <a:rPr lang="en-US" smtClean="0"/>
              <a:pPr/>
              <a:t>February 20, 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923291-EA5E-4335-8FAB-7E58CF0A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5D014C8-03A2-4915-A5C5-85CB244DD6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Item 1</a:t>
            </a:r>
          </a:p>
          <a:p>
            <a:r>
              <a:rPr lang="pt-BR" dirty="0"/>
              <a:t>Item 2</a:t>
            </a:r>
          </a:p>
          <a:p>
            <a:r>
              <a:rPr lang="pt-BR" dirty="0"/>
              <a:t>Item 3</a:t>
            </a:r>
          </a:p>
          <a:p>
            <a:r>
              <a:rPr lang="pt-BR" dirty="0"/>
              <a:t>Item 4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758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4E13E-2D29-486E-87A0-0691D116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0473A8-0D21-4FFB-8E27-7409BB5E3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Item 1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7939DA-E5DC-4364-89B4-89382E8C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9F4E-553C-4143-AC3B-E34708D10474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2AB9D0-0F65-4FC5-AE07-D4C041F5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59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F9DCC-66C8-451E-A57D-26ECA849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733FA7-E299-4230-8E6D-CE7A0D10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7EBE-E240-42E8-A930-1EFD5FBA7C07}" type="datetime4">
              <a:rPr lang="en-US" smtClean="0"/>
              <a:pPr/>
              <a:t>February 20, 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8B8B14-55F1-448E-B5B5-44BBF2E5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447E74C-A701-4E42-A478-C32757F2F8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986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0BE1F-ED2D-41BC-9D5C-78F2561A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37556B-7EB4-4CF3-8F60-1D60DFB587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C1AA00-A73F-491A-81E0-67AE3B92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948B-5060-441C-9B32-E1C336840BC3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735C55-A9C0-49EA-9A26-9E55DBEE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5</a:t>
            </a:fld>
            <a:endParaRPr lang="de-DE" dirty="0"/>
          </a:p>
        </p:txBody>
      </p:sp>
      <p:pic>
        <p:nvPicPr>
          <p:cNvPr id="7" name="Inhaltsplatzhalter 7" descr="Abstrakter Blockchain-Netzwerkhintergrund">
            <a:extLst>
              <a:ext uri="{FF2B5EF4-FFF2-40B4-BE49-F238E27FC236}">
                <a16:creationId xmlns:a16="http://schemas.microsoft.com/office/drawing/2014/main" id="{CCC561A6-C810-4A03-91FF-39D83F64FA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63" y="2290210"/>
            <a:ext cx="5419725" cy="3358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043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22B92-086F-47F2-AF6C-C07AF1E5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Useful</a:t>
            </a:r>
            <a:r>
              <a:rPr lang="de-DE" dirty="0"/>
              <a:t> Icons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CE89C7-77E8-495F-99CF-8A8D5452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4666-6B2F-4BED-812F-7CAA0ECB7FA5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D088C9-7A9B-4886-B9BE-B32388DE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6</a:t>
            </a:fld>
            <a:endParaRPr lang="de-DE" dirty="0"/>
          </a:p>
        </p:txBody>
      </p:sp>
      <p:pic>
        <p:nvPicPr>
          <p:cNvPr id="7" name="Grafik 6" descr="Künstliche Intelligenz mit einfarbiger Füllung">
            <a:extLst>
              <a:ext uri="{FF2B5EF4-FFF2-40B4-BE49-F238E27FC236}">
                <a16:creationId xmlns:a16="http://schemas.microsoft.com/office/drawing/2014/main" id="{1F3985A1-8BB1-4419-B939-21D6720E2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4574" y="1816567"/>
            <a:ext cx="914400" cy="914400"/>
          </a:xfrm>
          <a:prstGeom prst="rect">
            <a:avLst/>
          </a:prstGeom>
        </p:spPr>
      </p:pic>
      <p:pic>
        <p:nvPicPr>
          <p:cNvPr id="8" name="Grafik 7" descr="Künstliche Intelligenz Silhouette">
            <a:extLst>
              <a:ext uri="{FF2B5EF4-FFF2-40B4-BE49-F238E27FC236}">
                <a16:creationId xmlns:a16="http://schemas.microsoft.com/office/drawing/2014/main" id="{64E5BC45-ED3F-45A1-A4DF-569B64DDD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4271" y="1816567"/>
            <a:ext cx="914400" cy="914400"/>
          </a:xfrm>
          <a:prstGeom prst="rect">
            <a:avLst/>
          </a:prstGeom>
        </p:spPr>
      </p:pic>
      <p:pic>
        <p:nvPicPr>
          <p:cNvPr id="9" name="Grafik 8" descr="Illustrator Silhouette">
            <a:extLst>
              <a:ext uri="{FF2B5EF4-FFF2-40B4-BE49-F238E27FC236}">
                <a16:creationId xmlns:a16="http://schemas.microsoft.com/office/drawing/2014/main" id="{FDC33190-F066-4745-A325-0DE8A8364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7680" y="2901362"/>
            <a:ext cx="914400" cy="914400"/>
          </a:xfrm>
          <a:prstGeom prst="rect">
            <a:avLst/>
          </a:prstGeom>
        </p:spPr>
      </p:pic>
      <p:pic>
        <p:nvPicPr>
          <p:cNvPr id="10" name="Grafik 9" descr="Illustrator mit einfarbiger Füllung">
            <a:extLst>
              <a:ext uri="{FF2B5EF4-FFF2-40B4-BE49-F238E27FC236}">
                <a16:creationId xmlns:a16="http://schemas.microsoft.com/office/drawing/2014/main" id="{38F07039-83BE-4EC4-9F2E-20638EBF90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17379" y="2901362"/>
            <a:ext cx="914400" cy="914400"/>
          </a:xfrm>
          <a:prstGeom prst="rect">
            <a:avLst/>
          </a:prstGeom>
        </p:spPr>
      </p:pic>
      <p:pic>
        <p:nvPicPr>
          <p:cNvPr id="11" name="Grafik 10" descr="Programmierer mit einfarbiger Füllung">
            <a:extLst>
              <a:ext uri="{FF2B5EF4-FFF2-40B4-BE49-F238E27FC236}">
                <a16:creationId xmlns:a16="http://schemas.microsoft.com/office/drawing/2014/main" id="{78C6C759-26AC-4EB8-BE7D-A3358A6333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0001" y="5237594"/>
            <a:ext cx="914400" cy="914400"/>
          </a:xfrm>
          <a:prstGeom prst="rect">
            <a:avLst/>
          </a:prstGeom>
        </p:spPr>
      </p:pic>
      <p:pic>
        <p:nvPicPr>
          <p:cNvPr id="12" name="Grafik 11" descr="Programmierer Silhouette">
            <a:extLst>
              <a:ext uri="{FF2B5EF4-FFF2-40B4-BE49-F238E27FC236}">
                <a16:creationId xmlns:a16="http://schemas.microsoft.com/office/drawing/2014/main" id="{48E1C945-B04A-4E18-8802-D29DA20698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82062" y="5237594"/>
            <a:ext cx="914400" cy="914400"/>
          </a:xfrm>
          <a:prstGeom prst="rect">
            <a:avLst/>
          </a:prstGeom>
        </p:spPr>
      </p:pic>
      <p:pic>
        <p:nvPicPr>
          <p:cNvPr id="13" name="Grafik 12" descr="Monitor mit einfarbiger Füllung">
            <a:extLst>
              <a:ext uri="{FF2B5EF4-FFF2-40B4-BE49-F238E27FC236}">
                <a16:creationId xmlns:a16="http://schemas.microsoft.com/office/drawing/2014/main" id="{5C060755-FAB0-4D25-BD1A-342B3D52D3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17077" y="2901362"/>
            <a:ext cx="914400" cy="914400"/>
          </a:xfrm>
          <a:prstGeom prst="rect">
            <a:avLst/>
          </a:prstGeom>
        </p:spPr>
      </p:pic>
      <p:pic>
        <p:nvPicPr>
          <p:cNvPr id="14" name="Grafik 13" descr="Programmiererin mit einfarbiger Füllung">
            <a:extLst>
              <a:ext uri="{FF2B5EF4-FFF2-40B4-BE49-F238E27FC236}">
                <a16:creationId xmlns:a16="http://schemas.microsoft.com/office/drawing/2014/main" id="{6D97E5E2-C97D-461B-BEF5-E3AA04B5D4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04123" y="5237594"/>
            <a:ext cx="914400" cy="914400"/>
          </a:xfrm>
          <a:prstGeom prst="rect">
            <a:avLst/>
          </a:prstGeom>
        </p:spPr>
      </p:pic>
      <p:pic>
        <p:nvPicPr>
          <p:cNvPr id="15" name="Grafik 14" descr="Programmiererin Silhouette">
            <a:extLst>
              <a:ext uri="{FF2B5EF4-FFF2-40B4-BE49-F238E27FC236}">
                <a16:creationId xmlns:a16="http://schemas.microsoft.com/office/drawing/2014/main" id="{CB4426D1-7B60-4F87-9F48-AE93C72A49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6184" y="5237594"/>
            <a:ext cx="914400" cy="914400"/>
          </a:xfrm>
          <a:prstGeom prst="rect">
            <a:avLst/>
          </a:prstGeom>
        </p:spPr>
      </p:pic>
      <p:pic>
        <p:nvPicPr>
          <p:cNvPr id="16" name="Grafik 15" descr="Cloudcomputing mit einfarbiger Füllung">
            <a:extLst>
              <a:ext uri="{FF2B5EF4-FFF2-40B4-BE49-F238E27FC236}">
                <a16:creationId xmlns:a16="http://schemas.microsoft.com/office/drawing/2014/main" id="{2025EB58-29BC-41A0-AF61-84C3E28C770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6775" y="3995988"/>
            <a:ext cx="914400" cy="914400"/>
          </a:xfrm>
          <a:prstGeom prst="rect">
            <a:avLst/>
          </a:prstGeom>
        </p:spPr>
      </p:pic>
      <p:pic>
        <p:nvPicPr>
          <p:cNvPr id="17" name="Grafik 16" descr="Laptop mit einfarbiger Füllung">
            <a:extLst>
              <a:ext uri="{FF2B5EF4-FFF2-40B4-BE49-F238E27FC236}">
                <a16:creationId xmlns:a16="http://schemas.microsoft.com/office/drawing/2014/main" id="{733CFC2D-14E4-4F64-8081-DF44F70C029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16775" y="2901362"/>
            <a:ext cx="914400" cy="914400"/>
          </a:xfrm>
          <a:prstGeom prst="rect">
            <a:avLst/>
          </a:prstGeom>
        </p:spPr>
      </p:pic>
      <p:pic>
        <p:nvPicPr>
          <p:cNvPr id="18" name="Grafik 17" descr="Verbindungen mit einfarbiger Füllung">
            <a:extLst>
              <a:ext uri="{FF2B5EF4-FFF2-40B4-BE49-F238E27FC236}">
                <a16:creationId xmlns:a16="http://schemas.microsoft.com/office/drawing/2014/main" id="{46F76E9C-18E5-4700-976D-644D398F182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643969" y="1816567"/>
            <a:ext cx="914400" cy="914400"/>
          </a:xfrm>
          <a:prstGeom prst="rect">
            <a:avLst/>
          </a:prstGeom>
        </p:spPr>
      </p:pic>
      <p:pic>
        <p:nvPicPr>
          <p:cNvPr id="19" name="Grafik 18" descr="Verbindungen Silhouette">
            <a:extLst>
              <a:ext uri="{FF2B5EF4-FFF2-40B4-BE49-F238E27FC236}">
                <a16:creationId xmlns:a16="http://schemas.microsoft.com/office/drawing/2014/main" id="{7A1EA8D2-4AB7-441F-B067-5887F58150E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93667" y="1816567"/>
            <a:ext cx="914400" cy="914400"/>
          </a:xfrm>
          <a:prstGeom prst="rect">
            <a:avLst/>
          </a:prstGeom>
        </p:spPr>
      </p:pic>
      <p:pic>
        <p:nvPicPr>
          <p:cNvPr id="21" name="Grafik 20" descr="Recherche mit einfarbiger Füllung">
            <a:extLst>
              <a:ext uri="{FF2B5EF4-FFF2-40B4-BE49-F238E27FC236}">
                <a16:creationId xmlns:a16="http://schemas.microsoft.com/office/drawing/2014/main" id="{7CE0BEEB-0075-4044-953F-060380AF80F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11761" y="2901362"/>
            <a:ext cx="914400" cy="914400"/>
          </a:xfrm>
          <a:prstGeom prst="rect">
            <a:avLst/>
          </a:prstGeom>
        </p:spPr>
      </p:pic>
      <p:pic>
        <p:nvPicPr>
          <p:cNvPr id="23" name="Grafik 22" descr="Bücher mit einfarbiger Füllung">
            <a:extLst>
              <a:ext uri="{FF2B5EF4-FFF2-40B4-BE49-F238E27FC236}">
                <a16:creationId xmlns:a16="http://schemas.microsoft.com/office/drawing/2014/main" id="{5041C7DE-834D-4C74-9155-95E5958137A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817680" y="4036200"/>
            <a:ext cx="914400" cy="914400"/>
          </a:xfrm>
          <a:prstGeom prst="rect">
            <a:avLst/>
          </a:prstGeom>
        </p:spPr>
      </p:pic>
      <p:pic>
        <p:nvPicPr>
          <p:cNvPr id="25" name="Grafik 24" descr="Abschlusshut mit einfarbiger Füllung">
            <a:extLst>
              <a:ext uri="{FF2B5EF4-FFF2-40B4-BE49-F238E27FC236}">
                <a16:creationId xmlns:a16="http://schemas.microsoft.com/office/drawing/2014/main" id="{8AB70BDD-33B6-4356-BDFE-680CDBEA8AC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694271" y="4036200"/>
            <a:ext cx="914400" cy="914400"/>
          </a:xfrm>
          <a:prstGeom prst="rect">
            <a:avLst/>
          </a:prstGeom>
        </p:spPr>
      </p:pic>
      <p:pic>
        <p:nvPicPr>
          <p:cNvPr id="27" name="Grafik 26" descr="Klassenzimmer mit einfarbiger Füllung">
            <a:extLst>
              <a:ext uri="{FF2B5EF4-FFF2-40B4-BE49-F238E27FC236}">
                <a16:creationId xmlns:a16="http://schemas.microsoft.com/office/drawing/2014/main" id="{1B58AD41-7B88-4D1B-9061-94B58735BE1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504123" y="4069478"/>
            <a:ext cx="914400" cy="914400"/>
          </a:xfrm>
          <a:prstGeom prst="rect">
            <a:avLst/>
          </a:prstGeom>
        </p:spPr>
      </p:pic>
      <p:pic>
        <p:nvPicPr>
          <p:cNvPr id="29" name="Grafik 28" descr="Person mit Idee mit einfarbiger Füllung">
            <a:extLst>
              <a:ext uri="{FF2B5EF4-FFF2-40B4-BE49-F238E27FC236}">
                <a16:creationId xmlns:a16="http://schemas.microsoft.com/office/drawing/2014/main" id="{F2FA0D44-F6DB-4394-9A3D-7B787923CB1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792516" y="5264562"/>
            <a:ext cx="914400" cy="914400"/>
          </a:xfrm>
          <a:prstGeom prst="rect">
            <a:avLst/>
          </a:prstGeom>
        </p:spPr>
      </p:pic>
      <p:pic>
        <p:nvPicPr>
          <p:cNvPr id="31" name="Grafik 30" descr="Gedankenblase mit einfarbiger Füllung">
            <a:extLst>
              <a:ext uri="{FF2B5EF4-FFF2-40B4-BE49-F238E27FC236}">
                <a16:creationId xmlns:a16="http://schemas.microsoft.com/office/drawing/2014/main" id="{62CA9998-271D-4744-BE86-57F91F3CF46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788657" y="1816567"/>
            <a:ext cx="914400" cy="914400"/>
          </a:xfrm>
          <a:prstGeom prst="rect">
            <a:avLst/>
          </a:prstGeom>
        </p:spPr>
      </p:pic>
      <p:pic>
        <p:nvPicPr>
          <p:cNvPr id="33" name="Grafik 32" descr="Benutzer mit einfarbiger Füllung">
            <a:extLst>
              <a:ext uri="{FF2B5EF4-FFF2-40B4-BE49-F238E27FC236}">
                <a16:creationId xmlns:a16="http://schemas.microsoft.com/office/drawing/2014/main" id="{4990CDAB-DAF0-4961-ACEC-3E9DF194579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937922" y="4082962"/>
            <a:ext cx="914400" cy="914400"/>
          </a:xfrm>
          <a:prstGeom prst="rect">
            <a:avLst/>
          </a:prstGeom>
        </p:spPr>
      </p:pic>
      <p:pic>
        <p:nvPicPr>
          <p:cNvPr id="34" name="Grafik 33" descr="Künstliche Intelligenz mit einfarbiger Füllung">
            <a:extLst>
              <a:ext uri="{FF2B5EF4-FFF2-40B4-BE49-F238E27FC236}">
                <a16:creationId xmlns:a16="http://schemas.microsoft.com/office/drawing/2014/main" id="{A3F241EC-730B-441E-AADB-54CABB01C70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610524" y="1789599"/>
            <a:ext cx="914400" cy="914400"/>
          </a:xfrm>
          <a:prstGeom prst="rect">
            <a:avLst/>
          </a:prstGeom>
        </p:spPr>
      </p:pic>
      <p:pic>
        <p:nvPicPr>
          <p:cNvPr id="35" name="Grafik 34" descr="Künstliche Intelligenz Silhouette">
            <a:extLst>
              <a:ext uri="{FF2B5EF4-FFF2-40B4-BE49-F238E27FC236}">
                <a16:creationId xmlns:a16="http://schemas.microsoft.com/office/drawing/2014/main" id="{57D00BAC-B3E8-4C5F-ABCF-8008169340A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560221" y="1789599"/>
            <a:ext cx="914400" cy="914400"/>
          </a:xfrm>
          <a:prstGeom prst="rect">
            <a:avLst/>
          </a:prstGeom>
        </p:spPr>
      </p:pic>
      <p:pic>
        <p:nvPicPr>
          <p:cNvPr id="36" name="Grafik 35" descr="Illustrator Silhouette">
            <a:extLst>
              <a:ext uri="{FF2B5EF4-FFF2-40B4-BE49-F238E27FC236}">
                <a16:creationId xmlns:a16="http://schemas.microsoft.com/office/drawing/2014/main" id="{702B8963-25E4-43FA-A5F7-1F0F780AD30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683630" y="2874394"/>
            <a:ext cx="914400" cy="914400"/>
          </a:xfrm>
          <a:prstGeom prst="rect">
            <a:avLst/>
          </a:prstGeom>
        </p:spPr>
      </p:pic>
      <p:pic>
        <p:nvPicPr>
          <p:cNvPr id="37" name="Grafik 36" descr="Illustrator mit einfarbiger Füllung">
            <a:extLst>
              <a:ext uri="{FF2B5EF4-FFF2-40B4-BE49-F238E27FC236}">
                <a16:creationId xmlns:a16="http://schemas.microsoft.com/office/drawing/2014/main" id="{5FBC958E-8841-4896-BD71-FE932A5A7DB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583329" y="2874394"/>
            <a:ext cx="914400" cy="914400"/>
          </a:xfrm>
          <a:prstGeom prst="rect">
            <a:avLst/>
          </a:prstGeom>
        </p:spPr>
      </p:pic>
      <p:pic>
        <p:nvPicPr>
          <p:cNvPr id="38" name="Grafik 37" descr="Programmierer mit einfarbiger Füllung">
            <a:extLst>
              <a:ext uri="{FF2B5EF4-FFF2-40B4-BE49-F238E27FC236}">
                <a16:creationId xmlns:a16="http://schemas.microsoft.com/office/drawing/2014/main" id="{0C615805-FA97-41D5-B3F3-65EDD6381B79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9525951" y="5210626"/>
            <a:ext cx="914400" cy="914400"/>
          </a:xfrm>
          <a:prstGeom prst="rect">
            <a:avLst/>
          </a:prstGeom>
        </p:spPr>
      </p:pic>
      <p:pic>
        <p:nvPicPr>
          <p:cNvPr id="39" name="Grafik 38" descr="Programmierer Silhouette">
            <a:extLst>
              <a:ext uri="{FF2B5EF4-FFF2-40B4-BE49-F238E27FC236}">
                <a16:creationId xmlns:a16="http://schemas.microsoft.com/office/drawing/2014/main" id="{8167DB69-3570-4C56-A583-D2F8D0E59A3E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48012" y="5210626"/>
            <a:ext cx="914400" cy="914400"/>
          </a:xfrm>
          <a:prstGeom prst="rect">
            <a:avLst/>
          </a:prstGeom>
        </p:spPr>
      </p:pic>
      <p:pic>
        <p:nvPicPr>
          <p:cNvPr id="40" name="Grafik 39" descr="Monitor mit einfarbiger Füllung">
            <a:extLst>
              <a:ext uri="{FF2B5EF4-FFF2-40B4-BE49-F238E27FC236}">
                <a16:creationId xmlns:a16="http://schemas.microsoft.com/office/drawing/2014/main" id="{DA7A3283-209F-43E7-BD4C-98B9EFAA7A9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483027" y="2874394"/>
            <a:ext cx="914400" cy="914400"/>
          </a:xfrm>
          <a:prstGeom prst="rect">
            <a:avLst/>
          </a:prstGeom>
        </p:spPr>
      </p:pic>
      <p:pic>
        <p:nvPicPr>
          <p:cNvPr id="41" name="Grafik 40" descr="Programmiererin mit einfarbiger Füllung">
            <a:extLst>
              <a:ext uri="{FF2B5EF4-FFF2-40B4-BE49-F238E27FC236}">
                <a16:creationId xmlns:a16="http://schemas.microsoft.com/office/drawing/2014/main" id="{2D253758-C628-4ECC-9461-0E581A08D19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370073" y="5210626"/>
            <a:ext cx="914400" cy="914400"/>
          </a:xfrm>
          <a:prstGeom prst="rect">
            <a:avLst/>
          </a:prstGeom>
        </p:spPr>
      </p:pic>
      <p:pic>
        <p:nvPicPr>
          <p:cNvPr id="42" name="Grafik 41" descr="Programmiererin Silhouette">
            <a:extLst>
              <a:ext uri="{FF2B5EF4-FFF2-40B4-BE49-F238E27FC236}">
                <a16:creationId xmlns:a16="http://schemas.microsoft.com/office/drawing/2014/main" id="{4CE68750-6451-4644-9CDC-52585206A3F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292134" y="5210626"/>
            <a:ext cx="914400" cy="914400"/>
          </a:xfrm>
          <a:prstGeom prst="rect">
            <a:avLst/>
          </a:prstGeom>
        </p:spPr>
      </p:pic>
      <p:pic>
        <p:nvPicPr>
          <p:cNvPr id="43" name="Grafik 42" descr="Cloudcomputing mit einfarbiger Füllung">
            <a:extLst>
              <a:ext uri="{FF2B5EF4-FFF2-40B4-BE49-F238E27FC236}">
                <a16:creationId xmlns:a16="http://schemas.microsoft.com/office/drawing/2014/main" id="{7289EA54-BFF9-4121-83FF-EA8DEE1416F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6382725" y="3969020"/>
            <a:ext cx="914400" cy="914400"/>
          </a:xfrm>
          <a:prstGeom prst="rect">
            <a:avLst/>
          </a:prstGeom>
        </p:spPr>
      </p:pic>
      <p:pic>
        <p:nvPicPr>
          <p:cNvPr id="44" name="Grafik 43" descr="Laptop mit einfarbiger Füllung">
            <a:extLst>
              <a:ext uri="{FF2B5EF4-FFF2-40B4-BE49-F238E27FC236}">
                <a16:creationId xmlns:a16="http://schemas.microsoft.com/office/drawing/2014/main" id="{61D57465-FAE5-470B-9CBF-757CECDB8E6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382725" y="2874394"/>
            <a:ext cx="914400" cy="914400"/>
          </a:xfrm>
          <a:prstGeom prst="rect">
            <a:avLst/>
          </a:prstGeom>
        </p:spPr>
      </p:pic>
      <p:pic>
        <p:nvPicPr>
          <p:cNvPr id="45" name="Grafik 44" descr="Verbindungen mit einfarbiger Füllung">
            <a:extLst>
              <a:ext uri="{FF2B5EF4-FFF2-40B4-BE49-F238E27FC236}">
                <a16:creationId xmlns:a16="http://schemas.microsoft.com/office/drawing/2014/main" id="{A6E3FD61-F6DB-4148-A669-99522F781F64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7509919" y="1789599"/>
            <a:ext cx="914400" cy="914400"/>
          </a:xfrm>
          <a:prstGeom prst="rect">
            <a:avLst/>
          </a:prstGeom>
        </p:spPr>
      </p:pic>
      <p:pic>
        <p:nvPicPr>
          <p:cNvPr id="46" name="Grafik 45" descr="Verbindungen Silhouette">
            <a:extLst>
              <a:ext uri="{FF2B5EF4-FFF2-40B4-BE49-F238E27FC236}">
                <a16:creationId xmlns:a16="http://schemas.microsoft.com/office/drawing/2014/main" id="{83645D4A-A1B4-4D46-85FC-62E109324831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6459617" y="1789599"/>
            <a:ext cx="914400" cy="914400"/>
          </a:xfrm>
          <a:prstGeom prst="rect">
            <a:avLst/>
          </a:prstGeom>
        </p:spPr>
      </p:pic>
      <p:pic>
        <p:nvPicPr>
          <p:cNvPr id="47" name="Grafik 46" descr="Recherche mit einfarbiger Füllung">
            <a:extLst>
              <a:ext uri="{FF2B5EF4-FFF2-40B4-BE49-F238E27FC236}">
                <a16:creationId xmlns:a16="http://schemas.microsoft.com/office/drawing/2014/main" id="{C57EC369-7C34-4A65-9260-AB69C43D621A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777711" y="2874394"/>
            <a:ext cx="914400" cy="914400"/>
          </a:xfrm>
          <a:prstGeom prst="rect">
            <a:avLst/>
          </a:prstGeom>
        </p:spPr>
      </p:pic>
      <p:pic>
        <p:nvPicPr>
          <p:cNvPr id="48" name="Grafik 47" descr="Bücher mit einfarbiger Füllung">
            <a:extLst>
              <a:ext uri="{FF2B5EF4-FFF2-40B4-BE49-F238E27FC236}">
                <a16:creationId xmlns:a16="http://schemas.microsoft.com/office/drawing/2014/main" id="{25C5E843-047B-4CA1-ACA6-8F351E36F62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9683630" y="4009232"/>
            <a:ext cx="914400" cy="914400"/>
          </a:xfrm>
          <a:prstGeom prst="rect">
            <a:avLst/>
          </a:prstGeom>
        </p:spPr>
      </p:pic>
      <p:pic>
        <p:nvPicPr>
          <p:cNvPr id="49" name="Grafik 48" descr="Abschlusshut mit einfarbiger Füllung">
            <a:extLst>
              <a:ext uri="{FF2B5EF4-FFF2-40B4-BE49-F238E27FC236}">
                <a16:creationId xmlns:a16="http://schemas.microsoft.com/office/drawing/2014/main" id="{888F5BDF-E980-428B-B37F-9DDC71BFF778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560221" y="4009232"/>
            <a:ext cx="914400" cy="914400"/>
          </a:xfrm>
          <a:prstGeom prst="rect">
            <a:avLst/>
          </a:prstGeom>
        </p:spPr>
      </p:pic>
      <p:pic>
        <p:nvPicPr>
          <p:cNvPr id="50" name="Grafik 49" descr="Klassenzimmer mit einfarbiger Füllung">
            <a:extLst>
              <a:ext uri="{FF2B5EF4-FFF2-40B4-BE49-F238E27FC236}">
                <a16:creationId xmlns:a16="http://schemas.microsoft.com/office/drawing/2014/main" id="{D2DE0B9C-EDEC-4302-B118-95EEC8A0E5CA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7370073" y="4042510"/>
            <a:ext cx="914400" cy="914400"/>
          </a:xfrm>
          <a:prstGeom prst="rect">
            <a:avLst/>
          </a:prstGeom>
        </p:spPr>
      </p:pic>
      <p:pic>
        <p:nvPicPr>
          <p:cNvPr id="51" name="Grafik 50" descr="Person mit Idee mit einfarbiger Füllung">
            <a:extLst>
              <a:ext uri="{FF2B5EF4-FFF2-40B4-BE49-F238E27FC236}">
                <a16:creationId xmlns:a16="http://schemas.microsoft.com/office/drawing/2014/main" id="{E5EFFC59-0F46-4397-98ED-EBD87C8E2758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0658466" y="5237594"/>
            <a:ext cx="914400" cy="914400"/>
          </a:xfrm>
          <a:prstGeom prst="rect">
            <a:avLst/>
          </a:prstGeom>
        </p:spPr>
      </p:pic>
      <p:pic>
        <p:nvPicPr>
          <p:cNvPr id="52" name="Grafik 51" descr="Gedankenblase mit einfarbiger Füllung">
            <a:extLst>
              <a:ext uri="{FF2B5EF4-FFF2-40B4-BE49-F238E27FC236}">
                <a16:creationId xmlns:a16="http://schemas.microsoft.com/office/drawing/2014/main" id="{96B3CBDB-9BEE-42EA-B4FE-C3292FAD87F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0654607" y="1789599"/>
            <a:ext cx="914400" cy="914400"/>
          </a:xfrm>
          <a:prstGeom prst="rect">
            <a:avLst/>
          </a:prstGeom>
        </p:spPr>
      </p:pic>
      <p:pic>
        <p:nvPicPr>
          <p:cNvPr id="53" name="Grafik 52" descr="Benutzer mit einfarbiger Füllung">
            <a:extLst>
              <a:ext uri="{FF2B5EF4-FFF2-40B4-BE49-F238E27FC236}">
                <a16:creationId xmlns:a16="http://schemas.microsoft.com/office/drawing/2014/main" id="{86012E90-83D0-4D79-A7CA-EA1C695E0EB2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0803872" y="40559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9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78CF9-F4CE-4707-BC07-6B7DAB90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University Logos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5CF503-88C4-4B9C-A987-B8C52EB1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4666-6B2F-4BED-812F-7CAA0ECB7FA5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72AFBB-4900-4DEA-A7A2-F3962A74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7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029CAFA-22FE-4AFE-A2DE-52ED93AE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30" y="1961742"/>
            <a:ext cx="3600000" cy="146357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9A71AD7-2E6D-494B-BBF6-0DA7FC25B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981" y="1960736"/>
            <a:ext cx="3600000" cy="1463569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9E9965E-1D3F-4C12-BE5D-58E7FF756EDD}"/>
              </a:ext>
            </a:extLst>
          </p:cNvPr>
          <p:cNvSpPr/>
          <p:nvPr/>
        </p:nvSpPr>
        <p:spPr>
          <a:xfrm>
            <a:off x="7606569" y="1945593"/>
            <a:ext cx="3844212" cy="3559468"/>
          </a:xfrm>
          <a:prstGeom prst="rect">
            <a:avLst/>
          </a:prstGeom>
          <a:solidFill>
            <a:srgbClr val="3A7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A3F204-EB72-461A-8D78-8A1255D2D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533" y="1945593"/>
            <a:ext cx="3637248" cy="147871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F4591D6-AF57-422D-8955-0ED9209AE4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981" y="3958444"/>
            <a:ext cx="3600000" cy="146356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200CB00-464A-4352-8732-B06AE638E6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75" y="3912120"/>
            <a:ext cx="3600000" cy="146356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DCAA91F-C860-4606-A91B-74D6860083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30" y="3958444"/>
            <a:ext cx="3600000" cy="146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71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78CF9-F4CE-4707-BC07-6B7DAB90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HNI Logo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5CF503-88C4-4B9C-A987-B8C52EB1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4666-6B2F-4BED-812F-7CAA0ECB7FA5}" type="datetime4">
              <a:rPr lang="en-US" smtClean="0"/>
              <a:t>February 20, 2025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72AFBB-4900-4DEA-A7A2-F3962A74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6EE8-1B63-4922-92B3-98C692ED0B4D}" type="slidenum">
              <a:rPr lang="de-DE" smtClean="0"/>
              <a:t>8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A3F204-EB72-461A-8D78-8A1255D2D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533" y="1945593"/>
            <a:ext cx="3637248" cy="147871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200CB00-464A-4352-8732-B06AE638E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75" y="3912120"/>
            <a:ext cx="3600000" cy="146356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7AC8327-8731-48F1-9ED0-B7FDB9C2B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026" y="260059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B7513-7336-49AA-AAE5-B9D48840D5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for your attention!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A2756-6C1A-4D44-9AD9-029C855B4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Contact information:</a:t>
            </a:r>
          </a:p>
          <a:p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University</a:t>
            </a:r>
            <a:br>
              <a:rPr lang="en-US" dirty="0"/>
            </a:br>
            <a:r>
              <a:rPr lang="en-US" dirty="0"/>
              <a:t>Address</a:t>
            </a:r>
            <a:br>
              <a:rPr lang="en-US" dirty="0"/>
            </a:br>
            <a:r>
              <a:rPr lang="en-US" dirty="0"/>
              <a:t>E-Mail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4C0C2A-2996-4659-83F1-FC3499B5E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A51D-6371-43E9-945A-CBA0A69130BA}" type="datetime4">
              <a:rPr lang="en-US" smtClean="0"/>
              <a:t>February 20, 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349242-0122-4F69-9CC2-7FE6AEFB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535B2-A11E-4ABA-967C-BDA34ADD270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539865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SAI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0A87"/>
      </a:accent1>
      <a:accent2>
        <a:srgbClr val="0FBEFF"/>
      </a:accent2>
      <a:accent3>
        <a:srgbClr val="A5A5A5"/>
      </a:accent3>
      <a:accent4>
        <a:srgbClr val="FFC000"/>
      </a:accent4>
      <a:accent5>
        <a:srgbClr val="ED7D31"/>
      </a:accent5>
      <a:accent6>
        <a:srgbClr val="70AD47"/>
      </a:accent6>
      <a:hlink>
        <a:srgbClr val="0F0A8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L Power Point Design" id="{E63AD36E-BD0B-4902-819A-180BB5049427}" vid="{116C4CB6-796E-435B-BDEE-EA5E9CED6638}"/>
    </a:ext>
  </a:extLst>
</a:theme>
</file>

<file path=ppt/theme/theme2.xml><?xml version="1.0" encoding="utf-8"?>
<a:theme xmlns:a="http://schemas.openxmlformats.org/drawingml/2006/main" name="1_Benutzerdefiniertes Design">
  <a:themeElements>
    <a:clrScheme name="SAI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0A87"/>
      </a:accent1>
      <a:accent2>
        <a:srgbClr val="0FBEFF"/>
      </a:accent2>
      <a:accent3>
        <a:srgbClr val="A5A5A5"/>
      </a:accent3>
      <a:accent4>
        <a:srgbClr val="FFC000"/>
      </a:accent4>
      <a:accent5>
        <a:srgbClr val="ED7D31"/>
      </a:accent5>
      <a:accent6>
        <a:srgbClr val="70AD47"/>
      </a:accent6>
      <a:hlink>
        <a:srgbClr val="0F0A8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L Power Point Design" id="{E63AD36E-BD0B-4902-819A-180BB5049427}" vid="{EA7F0589-C3A0-4A9D-B0EE-B490FC4C69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SAIL Power Point Design1</Template>
  <TotalTime>0</TotalTime>
  <Words>207</Words>
  <Application>Microsoft Office PowerPoint</Application>
  <PresentationFormat>Breitbild</PresentationFormat>
  <Paragraphs>37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Arial Narrow</vt:lpstr>
      <vt:lpstr>Calibri</vt:lpstr>
      <vt:lpstr>Benutzerdefiniertes Design</vt:lpstr>
      <vt:lpstr>1_Benutzerdefiniertes Design</vt:lpstr>
      <vt:lpstr>Presentation Title</vt:lpstr>
      <vt:lpstr>Today‘s agenda</vt:lpstr>
      <vt:lpstr>1</vt:lpstr>
      <vt:lpstr>Title</vt:lpstr>
      <vt:lpstr>Title</vt:lpstr>
      <vt:lpstr>Useful Icons</vt:lpstr>
      <vt:lpstr>University Logos</vt:lpstr>
      <vt:lpstr>HNI Logo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Franziska Margarete Schloots</dc:creator>
  <cp:lastModifiedBy>Franziska Schloots</cp:lastModifiedBy>
  <cp:revision>5</cp:revision>
  <dcterms:created xsi:type="dcterms:W3CDTF">2023-03-28T09:15:46Z</dcterms:created>
  <dcterms:modified xsi:type="dcterms:W3CDTF">2025-02-20T10:49:00Z</dcterms:modified>
</cp:coreProperties>
</file>